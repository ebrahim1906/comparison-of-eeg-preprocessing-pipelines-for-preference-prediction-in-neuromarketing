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73" r:id="rId2"/>
    <p:sldId id="258" r:id="rId3"/>
    <p:sldId id="277" r:id="rId4"/>
    <p:sldId id="275" r:id="rId5"/>
    <p:sldId id="276" r:id="rId6"/>
    <p:sldId id="278" r:id="rId7"/>
    <p:sldId id="279" r:id="rId8"/>
    <p:sldId id="280" r:id="rId9"/>
    <p:sldId id="281" r:id="rId10"/>
    <p:sldId id="262" r:id="rId11"/>
    <p:sldId id="264" r:id="rId12"/>
    <p:sldId id="27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0DD8B8-91E5-4214-B43C-293341583432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47AF9E-5B2E-4666-BB19-8C4EF96B76E4}">
      <dgm:prSet phldrT="[Text]" custT="1"/>
      <dgm:spPr/>
      <dgm:t>
        <a:bodyPr/>
        <a:lstStyle/>
        <a:p>
          <a:r>
            <a:rPr lang="en-US" sz="1800" b="1" dirty="0"/>
            <a:t>Raw Data import</a:t>
          </a:r>
        </a:p>
      </dgm:t>
    </dgm:pt>
    <dgm:pt modelId="{B8CC04CA-0AAE-4C20-85FF-054E29E28AD8}" type="parTrans" cxnId="{9F223F74-83A8-4E0E-A7CA-058552E72A03}">
      <dgm:prSet/>
      <dgm:spPr/>
      <dgm:t>
        <a:bodyPr/>
        <a:lstStyle/>
        <a:p>
          <a:endParaRPr lang="en-US"/>
        </a:p>
      </dgm:t>
    </dgm:pt>
    <dgm:pt modelId="{7D8ECC52-0C04-42FE-929A-7517041CF48F}" type="sibTrans" cxnId="{9F223F74-83A8-4E0E-A7CA-058552E72A03}">
      <dgm:prSet/>
      <dgm:spPr/>
      <dgm:t>
        <a:bodyPr/>
        <a:lstStyle/>
        <a:p>
          <a:endParaRPr lang="en-US"/>
        </a:p>
      </dgm:t>
    </dgm:pt>
    <dgm:pt modelId="{B676DF99-FBDB-43A7-8D6D-9DD27EF1C780}">
      <dgm:prSet phldrT="[Text]" custT="1"/>
      <dgm:spPr/>
      <dgm:t>
        <a:bodyPr/>
        <a:lstStyle/>
        <a:p>
          <a:r>
            <a:rPr lang="en-US" sz="2000" b="1" dirty="0"/>
            <a:t>FIR BPF</a:t>
          </a:r>
        </a:p>
      </dgm:t>
    </dgm:pt>
    <dgm:pt modelId="{839D2999-99AF-486F-9543-612D165ECA5C}" type="parTrans" cxnId="{6ED8F233-FF03-4952-943F-8FD9173E57C1}">
      <dgm:prSet/>
      <dgm:spPr/>
      <dgm:t>
        <a:bodyPr/>
        <a:lstStyle/>
        <a:p>
          <a:endParaRPr lang="en-US"/>
        </a:p>
      </dgm:t>
    </dgm:pt>
    <dgm:pt modelId="{3C968567-971C-427F-BC59-E1B999DF175D}" type="sibTrans" cxnId="{6ED8F233-FF03-4952-943F-8FD9173E57C1}">
      <dgm:prSet/>
      <dgm:spPr/>
      <dgm:t>
        <a:bodyPr/>
        <a:lstStyle/>
        <a:p>
          <a:endParaRPr lang="en-US"/>
        </a:p>
      </dgm:t>
    </dgm:pt>
    <dgm:pt modelId="{33BD15D5-6B69-4F9B-87C7-B9FDA5B0E256}">
      <dgm:prSet phldrT="[Text]" custT="1"/>
      <dgm:spPr/>
      <dgm:t>
        <a:bodyPr/>
        <a:lstStyle/>
        <a:p>
          <a:r>
            <a:rPr lang="en-US" sz="2000" b="1" dirty="0"/>
            <a:t>CLEANLINE</a:t>
          </a:r>
        </a:p>
      </dgm:t>
    </dgm:pt>
    <dgm:pt modelId="{BBBA17DE-F1B3-4036-B016-E9E73F6F2F4D}" type="parTrans" cxnId="{C2BE3D9D-C8FA-4B39-A6CD-D392FB482803}">
      <dgm:prSet/>
      <dgm:spPr/>
      <dgm:t>
        <a:bodyPr/>
        <a:lstStyle/>
        <a:p>
          <a:endParaRPr lang="en-US"/>
        </a:p>
      </dgm:t>
    </dgm:pt>
    <dgm:pt modelId="{25643638-D0BC-4F95-9B5E-5C6654C705F4}" type="sibTrans" cxnId="{C2BE3D9D-C8FA-4B39-A6CD-D392FB482803}">
      <dgm:prSet/>
      <dgm:spPr/>
      <dgm:t>
        <a:bodyPr/>
        <a:lstStyle/>
        <a:p>
          <a:endParaRPr lang="en-US"/>
        </a:p>
      </dgm:t>
    </dgm:pt>
    <dgm:pt modelId="{F212F3E3-0180-42DD-AC12-F2225E310810}">
      <dgm:prSet phldrT="[Text]" custT="1"/>
      <dgm:spPr/>
      <dgm:t>
        <a:bodyPr/>
        <a:lstStyle/>
        <a:p>
          <a:r>
            <a:rPr lang="en-US" sz="1600" b="1" dirty="0"/>
            <a:t>COMMON AVERAGE REFERENCE</a:t>
          </a:r>
        </a:p>
      </dgm:t>
    </dgm:pt>
    <dgm:pt modelId="{B970E72F-8AFC-4A60-AE96-4F0BBC1D99FD}" type="parTrans" cxnId="{631BE203-3E15-4E46-95A5-086E2EA58D7F}">
      <dgm:prSet/>
      <dgm:spPr/>
      <dgm:t>
        <a:bodyPr/>
        <a:lstStyle/>
        <a:p>
          <a:endParaRPr lang="en-US"/>
        </a:p>
      </dgm:t>
    </dgm:pt>
    <dgm:pt modelId="{06AED31E-7090-436F-8927-12908D253DF4}" type="sibTrans" cxnId="{631BE203-3E15-4E46-95A5-086E2EA58D7F}">
      <dgm:prSet/>
      <dgm:spPr/>
      <dgm:t>
        <a:bodyPr/>
        <a:lstStyle/>
        <a:p>
          <a:endParaRPr lang="en-US"/>
        </a:p>
      </dgm:t>
    </dgm:pt>
    <dgm:pt modelId="{0BD70DD3-32A9-40AC-AC97-6E0F80783197}">
      <dgm:prSet phldrT="[Text]" custT="1"/>
      <dgm:spPr/>
      <dgm:t>
        <a:bodyPr/>
        <a:lstStyle/>
        <a:p>
          <a:r>
            <a:rPr lang="en-US" sz="1600" b="1" dirty="0"/>
            <a:t>INTERPOLATE LESS IMPORTANT NOISY CHANNEL</a:t>
          </a:r>
        </a:p>
      </dgm:t>
    </dgm:pt>
    <dgm:pt modelId="{508CBDCF-ED6C-40BB-874F-61693A8FB715}" type="parTrans" cxnId="{D5CDE9CB-498B-49F5-B9DE-7BFAC6338581}">
      <dgm:prSet/>
      <dgm:spPr/>
      <dgm:t>
        <a:bodyPr/>
        <a:lstStyle/>
        <a:p>
          <a:endParaRPr lang="en-US"/>
        </a:p>
      </dgm:t>
    </dgm:pt>
    <dgm:pt modelId="{299E795E-9B56-4491-AF0A-D97F93E2974C}" type="sibTrans" cxnId="{D5CDE9CB-498B-49F5-B9DE-7BFAC6338581}">
      <dgm:prSet/>
      <dgm:spPr/>
      <dgm:t>
        <a:bodyPr/>
        <a:lstStyle/>
        <a:p>
          <a:endParaRPr lang="en-US"/>
        </a:p>
      </dgm:t>
    </dgm:pt>
    <dgm:pt modelId="{EFBF02DC-038E-4BE9-9FC0-AD68FBD3866E}">
      <dgm:prSet phldrT="[Text]" custT="1"/>
      <dgm:spPr/>
      <dgm:t>
        <a:bodyPr/>
        <a:lstStyle/>
        <a:p>
          <a:r>
            <a:rPr lang="en-US" sz="2000" b="1" dirty="0"/>
            <a:t>ASR REJECTION</a:t>
          </a:r>
        </a:p>
      </dgm:t>
    </dgm:pt>
    <dgm:pt modelId="{4021C222-B246-443A-8243-2B0BBFCCAA4A}" type="parTrans" cxnId="{05385767-E5D2-4D01-A71F-C6C620331C1E}">
      <dgm:prSet/>
      <dgm:spPr/>
      <dgm:t>
        <a:bodyPr/>
        <a:lstStyle/>
        <a:p>
          <a:endParaRPr lang="en-US"/>
        </a:p>
      </dgm:t>
    </dgm:pt>
    <dgm:pt modelId="{77758153-C4EF-4DA1-9585-134CACB4B04F}" type="sibTrans" cxnId="{05385767-E5D2-4D01-A71F-C6C620331C1E}">
      <dgm:prSet/>
      <dgm:spPr/>
      <dgm:t>
        <a:bodyPr/>
        <a:lstStyle/>
        <a:p>
          <a:endParaRPr lang="en-US"/>
        </a:p>
      </dgm:t>
    </dgm:pt>
    <dgm:pt modelId="{2DCA2142-B587-4323-9C92-DE9008D5985A}">
      <dgm:prSet phldrT="[Text]" custT="1"/>
      <dgm:spPr/>
      <dgm:t>
        <a:bodyPr/>
        <a:lstStyle/>
        <a:p>
          <a:r>
            <a:rPr lang="en-US" sz="2000" b="1" dirty="0"/>
            <a:t>ICA</a:t>
          </a:r>
        </a:p>
      </dgm:t>
    </dgm:pt>
    <dgm:pt modelId="{3E161ED1-86D0-4A9A-8BE4-A0A6A2D1BC62}" type="parTrans" cxnId="{B0005E81-1DB6-45A8-A9F1-7B2409EE4D74}">
      <dgm:prSet/>
      <dgm:spPr/>
      <dgm:t>
        <a:bodyPr/>
        <a:lstStyle/>
        <a:p>
          <a:endParaRPr lang="en-US"/>
        </a:p>
      </dgm:t>
    </dgm:pt>
    <dgm:pt modelId="{D340CD00-702E-4E70-95F8-2CAE5BEB8429}" type="sibTrans" cxnId="{B0005E81-1DB6-45A8-A9F1-7B2409EE4D74}">
      <dgm:prSet/>
      <dgm:spPr/>
      <dgm:t>
        <a:bodyPr/>
        <a:lstStyle/>
        <a:p>
          <a:endParaRPr lang="en-US"/>
        </a:p>
      </dgm:t>
    </dgm:pt>
    <dgm:pt modelId="{145DAB1B-193B-4E72-AD70-27432389BDA6}">
      <dgm:prSet/>
      <dgm:spPr/>
      <dgm:t>
        <a:bodyPr/>
        <a:lstStyle/>
        <a:p>
          <a:endParaRPr lang="en-US"/>
        </a:p>
      </dgm:t>
    </dgm:pt>
    <dgm:pt modelId="{2994988E-AB37-4344-8B11-8636864F6055}" type="sibTrans" cxnId="{C989D9BF-CB28-4D4F-8B35-899AE3E41414}">
      <dgm:prSet/>
      <dgm:spPr/>
      <dgm:t>
        <a:bodyPr/>
        <a:lstStyle/>
        <a:p>
          <a:endParaRPr lang="en-US"/>
        </a:p>
      </dgm:t>
    </dgm:pt>
    <dgm:pt modelId="{4CA00AE5-78FA-488A-9F34-9D5C88C92790}" type="parTrans" cxnId="{C989D9BF-CB28-4D4F-8B35-899AE3E41414}">
      <dgm:prSet/>
      <dgm:spPr/>
      <dgm:t>
        <a:bodyPr/>
        <a:lstStyle/>
        <a:p>
          <a:endParaRPr lang="en-US"/>
        </a:p>
      </dgm:t>
    </dgm:pt>
    <dgm:pt modelId="{25B7760C-4CDC-4898-A064-D1495833CAA1}">
      <dgm:prSet/>
      <dgm:spPr/>
      <dgm:t>
        <a:bodyPr/>
        <a:lstStyle/>
        <a:p>
          <a:endParaRPr lang="en-US"/>
        </a:p>
      </dgm:t>
    </dgm:pt>
    <dgm:pt modelId="{937E76E0-6470-4298-9F1C-B21EF6C0ABFE}" type="parTrans" cxnId="{1ABD59EE-ED53-49A0-BB01-46CA5725F8E4}">
      <dgm:prSet/>
      <dgm:spPr/>
      <dgm:t>
        <a:bodyPr/>
        <a:lstStyle/>
        <a:p>
          <a:endParaRPr lang="en-US"/>
        </a:p>
      </dgm:t>
    </dgm:pt>
    <dgm:pt modelId="{C87A15E5-2B59-406D-8273-51D4DFA60519}" type="sibTrans" cxnId="{1ABD59EE-ED53-49A0-BB01-46CA5725F8E4}">
      <dgm:prSet/>
      <dgm:spPr/>
      <dgm:t>
        <a:bodyPr/>
        <a:lstStyle/>
        <a:p>
          <a:endParaRPr lang="en-US"/>
        </a:p>
      </dgm:t>
    </dgm:pt>
    <dgm:pt modelId="{2D6D3BC5-8B39-4183-9055-559BCB8D1851}" type="pres">
      <dgm:prSet presAssocID="{890DD8B8-91E5-4214-B43C-293341583432}" presName="diagram" presStyleCnt="0">
        <dgm:presLayoutVars>
          <dgm:dir/>
          <dgm:resizeHandles val="exact"/>
        </dgm:presLayoutVars>
      </dgm:prSet>
      <dgm:spPr/>
    </dgm:pt>
    <dgm:pt modelId="{18495083-DE8D-4546-B6F5-9038DFA65474}" type="pres">
      <dgm:prSet presAssocID="{E947AF9E-5B2E-4666-BB19-8C4EF96B76E4}" presName="node" presStyleLbl="node1" presStyleIdx="0" presStyleCnt="9">
        <dgm:presLayoutVars>
          <dgm:bulletEnabled val="1"/>
        </dgm:presLayoutVars>
      </dgm:prSet>
      <dgm:spPr/>
    </dgm:pt>
    <dgm:pt modelId="{291E96F2-5E0C-44ED-9C28-6973E4354DF1}" type="pres">
      <dgm:prSet presAssocID="{7D8ECC52-0C04-42FE-929A-7517041CF48F}" presName="sibTrans" presStyleLbl="sibTrans2D1" presStyleIdx="0" presStyleCnt="8"/>
      <dgm:spPr/>
    </dgm:pt>
    <dgm:pt modelId="{B05F71C9-09DD-44F8-9454-A88AFD08C844}" type="pres">
      <dgm:prSet presAssocID="{7D8ECC52-0C04-42FE-929A-7517041CF48F}" presName="connectorText" presStyleLbl="sibTrans2D1" presStyleIdx="0" presStyleCnt="8"/>
      <dgm:spPr/>
    </dgm:pt>
    <dgm:pt modelId="{63CF51B4-912E-49A0-8233-A0DC9B558A7D}" type="pres">
      <dgm:prSet presAssocID="{B676DF99-FBDB-43A7-8D6D-9DD27EF1C780}" presName="node" presStyleLbl="node1" presStyleIdx="1" presStyleCnt="9">
        <dgm:presLayoutVars>
          <dgm:bulletEnabled val="1"/>
        </dgm:presLayoutVars>
      </dgm:prSet>
      <dgm:spPr/>
    </dgm:pt>
    <dgm:pt modelId="{F4AB0229-9673-4A4E-8AC9-4D042EFC71C8}" type="pres">
      <dgm:prSet presAssocID="{3C968567-971C-427F-BC59-E1B999DF175D}" presName="sibTrans" presStyleLbl="sibTrans2D1" presStyleIdx="1" presStyleCnt="8"/>
      <dgm:spPr/>
    </dgm:pt>
    <dgm:pt modelId="{949346C9-EC62-479D-8091-B17608171359}" type="pres">
      <dgm:prSet presAssocID="{3C968567-971C-427F-BC59-E1B999DF175D}" presName="connectorText" presStyleLbl="sibTrans2D1" presStyleIdx="1" presStyleCnt="8"/>
      <dgm:spPr/>
    </dgm:pt>
    <dgm:pt modelId="{C2171F8B-5936-44A5-913B-1D752BFD277F}" type="pres">
      <dgm:prSet presAssocID="{33BD15D5-6B69-4F9B-87C7-B9FDA5B0E256}" presName="node" presStyleLbl="node1" presStyleIdx="2" presStyleCnt="9" custLinFactNeighborX="1859" custLinFactNeighborY="1115">
        <dgm:presLayoutVars>
          <dgm:bulletEnabled val="1"/>
        </dgm:presLayoutVars>
      </dgm:prSet>
      <dgm:spPr/>
    </dgm:pt>
    <dgm:pt modelId="{E6B5B33F-05F9-47D1-A005-10E134172BC2}" type="pres">
      <dgm:prSet presAssocID="{25643638-D0BC-4F95-9B5E-5C6654C705F4}" presName="sibTrans" presStyleLbl="sibTrans2D1" presStyleIdx="2" presStyleCnt="8"/>
      <dgm:spPr/>
    </dgm:pt>
    <dgm:pt modelId="{D960C305-4EAD-4A0F-B64F-F501203EB8BA}" type="pres">
      <dgm:prSet presAssocID="{25643638-D0BC-4F95-9B5E-5C6654C705F4}" presName="connectorText" presStyleLbl="sibTrans2D1" presStyleIdx="2" presStyleCnt="8"/>
      <dgm:spPr/>
    </dgm:pt>
    <dgm:pt modelId="{82F844ED-2243-44D5-B401-944944DDACFD}" type="pres">
      <dgm:prSet presAssocID="{F212F3E3-0180-42DD-AC12-F2225E310810}" presName="node" presStyleLbl="node1" presStyleIdx="3" presStyleCnt="9">
        <dgm:presLayoutVars>
          <dgm:bulletEnabled val="1"/>
        </dgm:presLayoutVars>
      </dgm:prSet>
      <dgm:spPr/>
    </dgm:pt>
    <dgm:pt modelId="{0F658C70-52AE-48BC-96A0-1C60B05FB7D3}" type="pres">
      <dgm:prSet presAssocID="{06AED31E-7090-436F-8927-12908D253DF4}" presName="sibTrans" presStyleLbl="sibTrans2D1" presStyleIdx="3" presStyleCnt="8"/>
      <dgm:spPr/>
    </dgm:pt>
    <dgm:pt modelId="{244E588B-4DA2-49EE-965D-D5DA16002E26}" type="pres">
      <dgm:prSet presAssocID="{06AED31E-7090-436F-8927-12908D253DF4}" presName="connectorText" presStyleLbl="sibTrans2D1" presStyleIdx="3" presStyleCnt="8"/>
      <dgm:spPr/>
    </dgm:pt>
    <dgm:pt modelId="{6178747F-E404-4019-A2B9-1BC36288CA74}" type="pres">
      <dgm:prSet presAssocID="{145DAB1B-193B-4E72-AD70-27432389BDA6}" presName="node" presStyleLbl="node1" presStyleIdx="4" presStyleCnt="9">
        <dgm:presLayoutVars>
          <dgm:bulletEnabled val="1"/>
        </dgm:presLayoutVars>
      </dgm:prSet>
      <dgm:spPr/>
    </dgm:pt>
    <dgm:pt modelId="{5EEF093E-5026-45E7-A66E-C2F0196705B9}" type="pres">
      <dgm:prSet presAssocID="{2994988E-AB37-4344-8B11-8636864F6055}" presName="sibTrans" presStyleLbl="sibTrans2D1" presStyleIdx="4" presStyleCnt="8"/>
      <dgm:spPr/>
    </dgm:pt>
    <dgm:pt modelId="{748CF3D4-4B5C-4966-B963-041EE8B7FC0C}" type="pres">
      <dgm:prSet presAssocID="{2994988E-AB37-4344-8B11-8636864F6055}" presName="connectorText" presStyleLbl="sibTrans2D1" presStyleIdx="4" presStyleCnt="8"/>
      <dgm:spPr/>
    </dgm:pt>
    <dgm:pt modelId="{DA096644-D03F-4F80-8734-544CC28DCD5A}" type="pres">
      <dgm:prSet presAssocID="{0BD70DD3-32A9-40AC-AC97-6E0F80783197}" presName="node" presStyleLbl="node1" presStyleIdx="5" presStyleCnt="9" custLinFactX="40467" custLinFactNeighborX="100000" custLinFactNeighborY="1903">
        <dgm:presLayoutVars>
          <dgm:bulletEnabled val="1"/>
        </dgm:presLayoutVars>
      </dgm:prSet>
      <dgm:spPr/>
    </dgm:pt>
    <dgm:pt modelId="{94AC798D-C36C-444B-9E0E-27F53DBC3639}" type="pres">
      <dgm:prSet presAssocID="{299E795E-9B56-4491-AF0A-D97F93E2974C}" presName="sibTrans" presStyleLbl="sibTrans2D1" presStyleIdx="5" presStyleCnt="8"/>
      <dgm:spPr/>
    </dgm:pt>
    <dgm:pt modelId="{F45A1591-9A45-463B-A36C-37712BF00054}" type="pres">
      <dgm:prSet presAssocID="{299E795E-9B56-4491-AF0A-D97F93E2974C}" presName="connectorText" presStyleLbl="sibTrans2D1" presStyleIdx="5" presStyleCnt="8"/>
      <dgm:spPr/>
    </dgm:pt>
    <dgm:pt modelId="{B177A72B-4F31-454F-B031-E093C820F13B}" type="pres">
      <dgm:prSet presAssocID="{EFBF02DC-038E-4BE9-9FC0-AD68FBD3866E}" presName="node" presStyleLbl="node1" presStyleIdx="6" presStyleCnt="9" custLinFactY="-73414" custLinFactNeighborX="587" custLinFactNeighborY="-100000">
        <dgm:presLayoutVars>
          <dgm:bulletEnabled val="1"/>
        </dgm:presLayoutVars>
      </dgm:prSet>
      <dgm:spPr/>
    </dgm:pt>
    <dgm:pt modelId="{AA5C99A0-B02B-4EBE-BFB1-23A916A512C0}" type="pres">
      <dgm:prSet presAssocID="{77758153-C4EF-4DA1-9585-134CACB4B04F}" presName="sibTrans" presStyleLbl="sibTrans2D1" presStyleIdx="6" presStyleCnt="8"/>
      <dgm:spPr/>
    </dgm:pt>
    <dgm:pt modelId="{C9C405AE-9E10-4B8A-8DF7-79B1472857A4}" type="pres">
      <dgm:prSet presAssocID="{77758153-C4EF-4DA1-9585-134CACB4B04F}" presName="connectorText" presStyleLbl="sibTrans2D1" presStyleIdx="6" presStyleCnt="8"/>
      <dgm:spPr/>
    </dgm:pt>
    <dgm:pt modelId="{97CC4E1A-5F7D-4989-AF66-E744F14BA330}" type="pres">
      <dgm:prSet presAssocID="{2DCA2142-B587-4323-9C92-DE9008D5985A}" presName="node" presStyleLbl="node1" presStyleIdx="7" presStyleCnt="9" custLinFactX="-39293" custLinFactNeighborX="-100000" custLinFactNeighborY="-2747">
        <dgm:presLayoutVars>
          <dgm:bulletEnabled val="1"/>
        </dgm:presLayoutVars>
      </dgm:prSet>
      <dgm:spPr/>
    </dgm:pt>
    <dgm:pt modelId="{6CB8E18D-C9DD-4670-82C5-1CEAC5C595D1}" type="pres">
      <dgm:prSet presAssocID="{D340CD00-702E-4E70-95F8-2CAE5BEB8429}" presName="sibTrans" presStyleLbl="sibTrans2D1" presStyleIdx="7" presStyleCnt="8" custFlipHor="0" custScaleX="50823"/>
      <dgm:spPr/>
    </dgm:pt>
    <dgm:pt modelId="{CEAA78B2-4509-45F5-92DA-33D478D24A69}" type="pres">
      <dgm:prSet presAssocID="{D340CD00-702E-4E70-95F8-2CAE5BEB8429}" presName="connectorText" presStyleLbl="sibTrans2D1" presStyleIdx="7" presStyleCnt="8"/>
      <dgm:spPr/>
    </dgm:pt>
    <dgm:pt modelId="{4E92A495-176D-4F6E-B38B-2CA159D7E2C1}" type="pres">
      <dgm:prSet presAssocID="{25B7760C-4CDC-4898-A064-D1495833CAA1}" presName="node" presStyleLbl="node1" presStyleIdx="8" presStyleCnt="9" custLinFactNeighborX="-81211" custLinFactNeighborY="1696">
        <dgm:presLayoutVars>
          <dgm:bulletEnabled val="1"/>
        </dgm:presLayoutVars>
      </dgm:prSet>
      <dgm:spPr/>
    </dgm:pt>
  </dgm:ptLst>
  <dgm:cxnLst>
    <dgm:cxn modelId="{631BE203-3E15-4E46-95A5-086E2EA58D7F}" srcId="{890DD8B8-91E5-4214-B43C-293341583432}" destId="{F212F3E3-0180-42DD-AC12-F2225E310810}" srcOrd="3" destOrd="0" parTransId="{B970E72F-8AFC-4A60-AE96-4F0BBC1D99FD}" sibTransId="{06AED31E-7090-436F-8927-12908D253DF4}"/>
    <dgm:cxn modelId="{A049BD06-9665-4787-A91E-C7F708414F86}" type="presOf" srcId="{3C968567-971C-427F-BC59-E1B999DF175D}" destId="{F4AB0229-9673-4A4E-8AC9-4D042EFC71C8}" srcOrd="0" destOrd="0" presId="urn:microsoft.com/office/officeart/2005/8/layout/process5"/>
    <dgm:cxn modelId="{DA8BB10B-23AD-4D93-B9A3-F76FBF9A6552}" type="presOf" srcId="{06AED31E-7090-436F-8927-12908D253DF4}" destId="{244E588B-4DA2-49EE-965D-D5DA16002E26}" srcOrd="1" destOrd="0" presId="urn:microsoft.com/office/officeart/2005/8/layout/process5"/>
    <dgm:cxn modelId="{2A9C0C15-98F4-4145-AAAD-205D86786943}" type="presOf" srcId="{B676DF99-FBDB-43A7-8D6D-9DD27EF1C780}" destId="{63CF51B4-912E-49A0-8233-A0DC9B558A7D}" srcOrd="0" destOrd="0" presId="urn:microsoft.com/office/officeart/2005/8/layout/process5"/>
    <dgm:cxn modelId="{01ABBE27-D98C-4C37-A80A-ED08D5ED0965}" type="presOf" srcId="{890DD8B8-91E5-4214-B43C-293341583432}" destId="{2D6D3BC5-8B39-4183-9055-559BCB8D1851}" srcOrd="0" destOrd="0" presId="urn:microsoft.com/office/officeart/2005/8/layout/process5"/>
    <dgm:cxn modelId="{771DBC33-0166-47D5-8194-509609CD546E}" type="presOf" srcId="{25B7760C-4CDC-4898-A064-D1495833CAA1}" destId="{4E92A495-176D-4F6E-B38B-2CA159D7E2C1}" srcOrd="0" destOrd="0" presId="urn:microsoft.com/office/officeart/2005/8/layout/process5"/>
    <dgm:cxn modelId="{6ED8F233-FF03-4952-943F-8FD9173E57C1}" srcId="{890DD8B8-91E5-4214-B43C-293341583432}" destId="{B676DF99-FBDB-43A7-8D6D-9DD27EF1C780}" srcOrd="1" destOrd="0" parTransId="{839D2999-99AF-486F-9543-612D165ECA5C}" sibTransId="{3C968567-971C-427F-BC59-E1B999DF175D}"/>
    <dgm:cxn modelId="{B6F85437-68EA-4112-88F7-1FA9BFD72158}" type="presOf" srcId="{7D8ECC52-0C04-42FE-929A-7517041CF48F}" destId="{291E96F2-5E0C-44ED-9C28-6973E4354DF1}" srcOrd="0" destOrd="0" presId="urn:microsoft.com/office/officeart/2005/8/layout/process5"/>
    <dgm:cxn modelId="{A5ACC745-8778-466B-91E8-03BE3BF86277}" type="presOf" srcId="{06AED31E-7090-436F-8927-12908D253DF4}" destId="{0F658C70-52AE-48BC-96A0-1C60B05FB7D3}" srcOrd="0" destOrd="0" presId="urn:microsoft.com/office/officeart/2005/8/layout/process5"/>
    <dgm:cxn modelId="{05385767-E5D2-4D01-A71F-C6C620331C1E}" srcId="{890DD8B8-91E5-4214-B43C-293341583432}" destId="{EFBF02DC-038E-4BE9-9FC0-AD68FBD3866E}" srcOrd="6" destOrd="0" parTransId="{4021C222-B246-443A-8243-2B0BBFCCAA4A}" sibTransId="{77758153-C4EF-4DA1-9585-134CACB4B04F}"/>
    <dgm:cxn modelId="{D92AC151-5181-4A17-A874-92AC1EB90188}" type="presOf" srcId="{299E795E-9B56-4491-AF0A-D97F93E2974C}" destId="{F45A1591-9A45-463B-A36C-37712BF00054}" srcOrd="1" destOrd="0" presId="urn:microsoft.com/office/officeart/2005/8/layout/process5"/>
    <dgm:cxn modelId="{9F223F74-83A8-4E0E-A7CA-058552E72A03}" srcId="{890DD8B8-91E5-4214-B43C-293341583432}" destId="{E947AF9E-5B2E-4666-BB19-8C4EF96B76E4}" srcOrd="0" destOrd="0" parTransId="{B8CC04CA-0AAE-4C20-85FF-054E29E28AD8}" sibTransId="{7D8ECC52-0C04-42FE-929A-7517041CF48F}"/>
    <dgm:cxn modelId="{3C31C878-C606-4864-B91E-2B2DB2FFE82F}" type="presOf" srcId="{D340CD00-702E-4E70-95F8-2CAE5BEB8429}" destId="{CEAA78B2-4509-45F5-92DA-33D478D24A69}" srcOrd="1" destOrd="0" presId="urn:microsoft.com/office/officeart/2005/8/layout/process5"/>
    <dgm:cxn modelId="{638D1259-9899-41E0-ABC9-A623EB80FF11}" type="presOf" srcId="{2DCA2142-B587-4323-9C92-DE9008D5985A}" destId="{97CC4E1A-5F7D-4989-AF66-E744F14BA330}" srcOrd="0" destOrd="0" presId="urn:microsoft.com/office/officeart/2005/8/layout/process5"/>
    <dgm:cxn modelId="{2A77357A-48E0-48E4-96C6-9A7FCAA8F1F6}" type="presOf" srcId="{E947AF9E-5B2E-4666-BB19-8C4EF96B76E4}" destId="{18495083-DE8D-4546-B6F5-9038DFA65474}" srcOrd="0" destOrd="0" presId="urn:microsoft.com/office/officeart/2005/8/layout/process5"/>
    <dgm:cxn modelId="{6F3BC27A-8FD0-4A86-AD3F-D73BAEEEF589}" type="presOf" srcId="{25643638-D0BC-4F95-9B5E-5C6654C705F4}" destId="{D960C305-4EAD-4A0F-B64F-F501203EB8BA}" srcOrd="1" destOrd="0" presId="urn:microsoft.com/office/officeart/2005/8/layout/process5"/>
    <dgm:cxn modelId="{DBCA0C7C-F16D-4260-85B6-200008884B38}" type="presOf" srcId="{D340CD00-702E-4E70-95F8-2CAE5BEB8429}" destId="{6CB8E18D-C9DD-4670-82C5-1CEAC5C595D1}" srcOrd="0" destOrd="0" presId="urn:microsoft.com/office/officeart/2005/8/layout/process5"/>
    <dgm:cxn modelId="{DAB1E27C-8AC3-4DA1-ADFC-8C8BA36FF00D}" type="presOf" srcId="{77758153-C4EF-4DA1-9585-134CACB4B04F}" destId="{C9C405AE-9E10-4B8A-8DF7-79B1472857A4}" srcOrd="1" destOrd="0" presId="urn:microsoft.com/office/officeart/2005/8/layout/process5"/>
    <dgm:cxn modelId="{B0005E81-1DB6-45A8-A9F1-7B2409EE4D74}" srcId="{890DD8B8-91E5-4214-B43C-293341583432}" destId="{2DCA2142-B587-4323-9C92-DE9008D5985A}" srcOrd="7" destOrd="0" parTransId="{3E161ED1-86D0-4A9A-8BE4-A0A6A2D1BC62}" sibTransId="{D340CD00-702E-4E70-95F8-2CAE5BEB8429}"/>
    <dgm:cxn modelId="{787F6A97-1F83-42ED-A50E-8A470AB724C4}" type="presOf" srcId="{3C968567-971C-427F-BC59-E1B999DF175D}" destId="{949346C9-EC62-479D-8091-B17608171359}" srcOrd="1" destOrd="0" presId="urn:microsoft.com/office/officeart/2005/8/layout/process5"/>
    <dgm:cxn modelId="{C2BE3D9D-C8FA-4B39-A6CD-D392FB482803}" srcId="{890DD8B8-91E5-4214-B43C-293341583432}" destId="{33BD15D5-6B69-4F9B-87C7-B9FDA5B0E256}" srcOrd="2" destOrd="0" parTransId="{BBBA17DE-F1B3-4036-B016-E9E73F6F2F4D}" sibTransId="{25643638-D0BC-4F95-9B5E-5C6654C705F4}"/>
    <dgm:cxn modelId="{EFC9A4A0-A720-4D21-9DA0-2B3222614299}" type="presOf" srcId="{2994988E-AB37-4344-8B11-8636864F6055}" destId="{748CF3D4-4B5C-4966-B963-041EE8B7FC0C}" srcOrd="1" destOrd="0" presId="urn:microsoft.com/office/officeart/2005/8/layout/process5"/>
    <dgm:cxn modelId="{4ACB3CA4-548A-4E0D-9806-D9A98D4E3092}" type="presOf" srcId="{0BD70DD3-32A9-40AC-AC97-6E0F80783197}" destId="{DA096644-D03F-4F80-8734-544CC28DCD5A}" srcOrd="0" destOrd="0" presId="urn:microsoft.com/office/officeart/2005/8/layout/process5"/>
    <dgm:cxn modelId="{2B30FEBB-74BA-47E4-A956-9809C6BEA2BA}" type="presOf" srcId="{77758153-C4EF-4DA1-9585-134CACB4B04F}" destId="{AA5C99A0-B02B-4EBE-BFB1-23A916A512C0}" srcOrd="0" destOrd="0" presId="urn:microsoft.com/office/officeart/2005/8/layout/process5"/>
    <dgm:cxn modelId="{C989D9BF-CB28-4D4F-8B35-899AE3E41414}" srcId="{890DD8B8-91E5-4214-B43C-293341583432}" destId="{145DAB1B-193B-4E72-AD70-27432389BDA6}" srcOrd="4" destOrd="0" parTransId="{4CA00AE5-78FA-488A-9F34-9D5C88C92790}" sibTransId="{2994988E-AB37-4344-8B11-8636864F6055}"/>
    <dgm:cxn modelId="{361C80C1-58E9-4670-B039-01C767D96931}" type="presOf" srcId="{F212F3E3-0180-42DD-AC12-F2225E310810}" destId="{82F844ED-2243-44D5-B401-944944DDACFD}" srcOrd="0" destOrd="0" presId="urn:microsoft.com/office/officeart/2005/8/layout/process5"/>
    <dgm:cxn modelId="{D5CDE9CB-498B-49F5-B9DE-7BFAC6338581}" srcId="{890DD8B8-91E5-4214-B43C-293341583432}" destId="{0BD70DD3-32A9-40AC-AC97-6E0F80783197}" srcOrd="5" destOrd="0" parTransId="{508CBDCF-ED6C-40BB-874F-61693A8FB715}" sibTransId="{299E795E-9B56-4491-AF0A-D97F93E2974C}"/>
    <dgm:cxn modelId="{E612FFCD-C3A8-497C-97DA-B714014508CC}" type="presOf" srcId="{145DAB1B-193B-4E72-AD70-27432389BDA6}" destId="{6178747F-E404-4019-A2B9-1BC36288CA74}" srcOrd="0" destOrd="0" presId="urn:microsoft.com/office/officeart/2005/8/layout/process5"/>
    <dgm:cxn modelId="{962473D5-080D-440E-9472-BDA94C69BF65}" type="presOf" srcId="{EFBF02DC-038E-4BE9-9FC0-AD68FBD3866E}" destId="{B177A72B-4F31-454F-B031-E093C820F13B}" srcOrd="0" destOrd="0" presId="urn:microsoft.com/office/officeart/2005/8/layout/process5"/>
    <dgm:cxn modelId="{9D6752E1-E05B-405C-948C-5003464955A0}" type="presOf" srcId="{33BD15D5-6B69-4F9B-87C7-B9FDA5B0E256}" destId="{C2171F8B-5936-44A5-913B-1D752BFD277F}" srcOrd="0" destOrd="0" presId="urn:microsoft.com/office/officeart/2005/8/layout/process5"/>
    <dgm:cxn modelId="{1ABD59EE-ED53-49A0-BB01-46CA5725F8E4}" srcId="{890DD8B8-91E5-4214-B43C-293341583432}" destId="{25B7760C-4CDC-4898-A064-D1495833CAA1}" srcOrd="8" destOrd="0" parTransId="{937E76E0-6470-4298-9F1C-B21EF6C0ABFE}" sibTransId="{C87A15E5-2B59-406D-8273-51D4DFA60519}"/>
    <dgm:cxn modelId="{12E647F3-C80B-47AD-8253-D6F70754B29D}" type="presOf" srcId="{299E795E-9B56-4491-AF0A-D97F93E2974C}" destId="{94AC798D-C36C-444B-9E0E-27F53DBC3639}" srcOrd="0" destOrd="0" presId="urn:microsoft.com/office/officeart/2005/8/layout/process5"/>
    <dgm:cxn modelId="{AFAC08F7-523F-472D-938A-5FBC2DB8A3B5}" type="presOf" srcId="{2994988E-AB37-4344-8B11-8636864F6055}" destId="{5EEF093E-5026-45E7-A66E-C2F0196705B9}" srcOrd="0" destOrd="0" presId="urn:microsoft.com/office/officeart/2005/8/layout/process5"/>
    <dgm:cxn modelId="{D68FFAFA-FDD6-40C1-9CF1-9D3D08AD65EC}" type="presOf" srcId="{25643638-D0BC-4F95-9B5E-5C6654C705F4}" destId="{E6B5B33F-05F9-47D1-A005-10E134172BC2}" srcOrd="0" destOrd="0" presId="urn:microsoft.com/office/officeart/2005/8/layout/process5"/>
    <dgm:cxn modelId="{3F3CE6FF-0E22-4584-9507-031ABFC72575}" type="presOf" srcId="{7D8ECC52-0C04-42FE-929A-7517041CF48F}" destId="{B05F71C9-09DD-44F8-9454-A88AFD08C844}" srcOrd="1" destOrd="0" presId="urn:microsoft.com/office/officeart/2005/8/layout/process5"/>
    <dgm:cxn modelId="{E2E92113-1B67-4BD2-941F-BF543BD97B22}" type="presParOf" srcId="{2D6D3BC5-8B39-4183-9055-559BCB8D1851}" destId="{18495083-DE8D-4546-B6F5-9038DFA65474}" srcOrd="0" destOrd="0" presId="urn:microsoft.com/office/officeart/2005/8/layout/process5"/>
    <dgm:cxn modelId="{B9C1D5C4-0F39-4574-8851-5605BBFEAC39}" type="presParOf" srcId="{2D6D3BC5-8B39-4183-9055-559BCB8D1851}" destId="{291E96F2-5E0C-44ED-9C28-6973E4354DF1}" srcOrd="1" destOrd="0" presId="urn:microsoft.com/office/officeart/2005/8/layout/process5"/>
    <dgm:cxn modelId="{730D8EAC-6207-4F40-94F3-95BA67E92F9A}" type="presParOf" srcId="{291E96F2-5E0C-44ED-9C28-6973E4354DF1}" destId="{B05F71C9-09DD-44F8-9454-A88AFD08C844}" srcOrd="0" destOrd="0" presId="urn:microsoft.com/office/officeart/2005/8/layout/process5"/>
    <dgm:cxn modelId="{FFD42050-F867-42C8-8D6A-AEC28C08FBA2}" type="presParOf" srcId="{2D6D3BC5-8B39-4183-9055-559BCB8D1851}" destId="{63CF51B4-912E-49A0-8233-A0DC9B558A7D}" srcOrd="2" destOrd="0" presId="urn:microsoft.com/office/officeart/2005/8/layout/process5"/>
    <dgm:cxn modelId="{D0612A73-1830-4BFB-B4A4-7B0FF9B5009C}" type="presParOf" srcId="{2D6D3BC5-8B39-4183-9055-559BCB8D1851}" destId="{F4AB0229-9673-4A4E-8AC9-4D042EFC71C8}" srcOrd="3" destOrd="0" presId="urn:microsoft.com/office/officeart/2005/8/layout/process5"/>
    <dgm:cxn modelId="{ED3ED5B3-7A1A-4B62-BB44-4AFCB3CB4888}" type="presParOf" srcId="{F4AB0229-9673-4A4E-8AC9-4D042EFC71C8}" destId="{949346C9-EC62-479D-8091-B17608171359}" srcOrd="0" destOrd="0" presId="urn:microsoft.com/office/officeart/2005/8/layout/process5"/>
    <dgm:cxn modelId="{9B8829CD-9228-4238-9F29-96BFBB655E64}" type="presParOf" srcId="{2D6D3BC5-8B39-4183-9055-559BCB8D1851}" destId="{C2171F8B-5936-44A5-913B-1D752BFD277F}" srcOrd="4" destOrd="0" presId="urn:microsoft.com/office/officeart/2005/8/layout/process5"/>
    <dgm:cxn modelId="{15C35ED1-8C12-4EAF-B28F-C5DF7ACE0A8A}" type="presParOf" srcId="{2D6D3BC5-8B39-4183-9055-559BCB8D1851}" destId="{E6B5B33F-05F9-47D1-A005-10E134172BC2}" srcOrd="5" destOrd="0" presId="urn:microsoft.com/office/officeart/2005/8/layout/process5"/>
    <dgm:cxn modelId="{41086B29-7545-457B-8673-D00D1EEEDF2A}" type="presParOf" srcId="{E6B5B33F-05F9-47D1-A005-10E134172BC2}" destId="{D960C305-4EAD-4A0F-B64F-F501203EB8BA}" srcOrd="0" destOrd="0" presId="urn:microsoft.com/office/officeart/2005/8/layout/process5"/>
    <dgm:cxn modelId="{C3BC0BA4-BE49-4E8F-A89B-204B7B848F06}" type="presParOf" srcId="{2D6D3BC5-8B39-4183-9055-559BCB8D1851}" destId="{82F844ED-2243-44D5-B401-944944DDACFD}" srcOrd="6" destOrd="0" presId="urn:microsoft.com/office/officeart/2005/8/layout/process5"/>
    <dgm:cxn modelId="{F37D7303-CEE2-4401-A81E-FF3CF6D2A34F}" type="presParOf" srcId="{2D6D3BC5-8B39-4183-9055-559BCB8D1851}" destId="{0F658C70-52AE-48BC-96A0-1C60B05FB7D3}" srcOrd="7" destOrd="0" presId="urn:microsoft.com/office/officeart/2005/8/layout/process5"/>
    <dgm:cxn modelId="{82E3F626-F21B-40B6-9419-C09C66F8D324}" type="presParOf" srcId="{0F658C70-52AE-48BC-96A0-1C60B05FB7D3}" destId="{244E588B-4DA2-49EE-965D-D5DA16002E26}" srcOrd="0" destOrd="0" presId="urn:microsoft.com/office/officeart/2005/8/layout/process5"/>
    <dgm:cxn modelId="{2F697671-B477-4C48-B1B9-B92AAD0E4805}" type="presParOf" srcId="{2D6D3BC5-8B39-4183-9055-559BCB8D1851}" destId="{6178747F-E404-4019-A2B9-1BC36288CA74}" srcOrd="8" destOrd="0" presId="urn:microsoft.com/office/officeart/2005/8/layout/process5"/>
    <dgm:cxn modelId="{B67532E6-B0C2-4B55-A0EC-448C37F31A21}" type="presParOf" srcId="{2D6D3BC5-8B39-4183-9055-559BCB8D1851}" destId="{5EEF093E-5026-45E7-A66E-C2F0196705B9}" srcOrd="9" destOrd="0" presId="urn:microsoft.com/office/officeart/2005/8/layout/process5"/>
    <dgm:cxn modelId="{73D0B110-2067-45B0-92EF-01CDFA14C973}" type="presParOf" srcId="{5EEF093E-5026-45E7-A66E-C2F0196705B9}" destId="{748CF3D4-4B5C-4966-B963-041EE8B7FC0C}" srcOrd="0" destOrd="0" presId="urn:microsoft.com/office/officeart/2005/8/layout/process5"/>
    <dgm:cxn modelId="{2B9099B9-FA5D-4ADD-8EE7-625A065F7F0C}" type="presParOf" srcId="{2D6D3BC5-8B39-4183-9055-559BCB8D1851}" destId="{DA096644-D03F-4F80-8734-544CC28DCD5A}" srcOrd="10" destOrd="0" presId="urn:microsoft.com/office/officeart/2005/8/layout/process5"/>
    <dgm:cxn modelId="{FC74AFA9-AB21-46E2-91FD-863DFBF2CF36}" type="presParOf" srcId="{2D6D3BC5-8B39-4183-9055-559BCB8D1851}" destId="{94AC798D-C36C-444B-9E0E-27F53DBC3639}" srcOrd="11" destOrd="0" presId="urn:microsoft.com/office/officeart/2005/8/layout/process5"/>
    <dgm:cxn modelId="{49C194FC-9E36-4DD4-B02E-29C74D7B0581}" type="presParOf" srcId="{94AC798D-C36C-444B-9E0E-27F53DBC3639}" destId="{F45A1591-9A45-463B-A36C-37712BF00054}" srcOrd="0" destOrd="0" presId="urn:microsoft.com/office/officeart/2005/8/layout/process5"/>
    <dgm:cxn modelId="{4334C9F0-30A5-409A-B195-02A6D3810416}" type="presParOf" srcId="{2D6D3BC5-8B39-4183-9055-559BCB8D1851}" destId="{B177A72B-4F31-454F-B031-E093C820F13B}" srcOrd="12" destOrd="0" presId="urn:microsoft.com/office/officeart/2005/8/layout/process5"/>
    <dgm:cxn modelId="{5FBB2C6C-3D17-4EBF-931E-4B5A67813A94}" type="presParOf" srcId="{2D6D3BC5-8B39-4183-9055-559BCB8D1851}" destId="{AA5C99A0-B02B-4EBE-BFB1-23A916A512C0}" srcOrd="13" destOrd="0" presId="urn:microsoft.com/office/officeart/2005/8/layout/process5"/>
    <dgm:cxn modelId="{52BD2334-ECE4-4EC4-A558-9BEEDF0AD7D5}" type="presParOf" srcId="{AA5C99A0-B02B-4EBE-BFB1-23A916A512C0}" destId="{C9C405AE-9E10-4B8A-8DF7-79B1472857A4}" srcOrd="0" destOrd="0" presId="urn:microsoft.com/office/officeart/2005/8/layout/process5"/>
    <dgm:cxn modelId="{632826D5-D74C-4CD0-BCBC-95B4999BE017}" type="presParOf" srcId="{2D6D3BC5-8B39-4183-9055-559BCB8D1851}" destId="{97CC4E1A-5F7D-4989-AF66-E744F14BA330}" srcOrd="14" destOrd="0" presId="urn:microsoft.com/office/officeart/2005/8/layout/process5"/>
    <dgm:cxn modelId="{87C1B3B6-E71C-4B44-B600-E23E504C7594}" type="presParOf" srcId="{2D6D3BC5-8B39-4183-9055-559BCB8D1851}" destId="{6CB8E18D-C9DD-4670-82C5-1CEAC5C595D1}" srcOrd="15" destOrd="0" presId="urn:microsoft.com/office/officeart/2005/8/layout/process5"/>
    <dgm:cxn modelId="{58878450-68D7-4476-8C43-39A19CDAC833}" type="presParOf" srcId="{6CB8E18D-C9DD-4670-82C5-1CEAC5C595D1}" destId="{CEAA78B2-4509-45F5-92DA-33D478D24A69}" srcOrd="0" destOrd="0" presId="urn:microsoft.com/office/officeart/2005/8/layout/process5"/>
    <dgm:cxn modelId="{EC8006C9-2A64-4CEE-8444-430960D9A461}" type="presParOf" srcId="{2D6D3BC5-8B39-4183-9055-559BCB8D1851}" destId="{4E92A495-176D-4F6E-B38B-2CA159D7E2C1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0DD8B8-91E5-4214-B43C-293341583432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47AF9E-5B2E-4666-BB19-8C4EF96B76E4}">
      <dgm:prSet phldrT="[Text]" custT="1"/>
      <dgm:spPr/>
      <dgm:t>
        <a:bodyPr/>
        <a:lstStyle/>
        <a:p>
          <a:r>
            <a:rPr lang="en-US" sz="1800" b="1" dirty="0"/>
            <a:t>Data Preprocessing </a:t>
          </a:r>
        </a:p>
      </dgm:t>
    </dgm:pt>
    <dgm:pt modelId="{B8CC04CA-0AAE-4C20-85FF-054E29E28AD8}" type="parTrans" cxnId="{9F223F74-83A8-4E0E-A7CA-058552E72A03}">
      <dgm:prSet/>
      <dgm:spPr/>
      <dgm:t>
        <a:bodyPr/>
        <a:lstStyle/>
        <a:p>
          <a:endParaRPr lang="en-US"/>
        </a:p>
      </dgm:t>
    </dgm:pt>
    <dgm:pt modelId="{7D8ECC52-0C04-42FE-929A-7517041CF48F}" type="sibTrans" cxnId="{9F223F74-83A8-4E0E-A7CA-058552E72A03}">
      <dgm:prSet/>
      <dgm:spPr/>
      <dgm:t>
        <a:bodyPr/>
        <a:lstStyle/>
        <a:p>
          <a:endParaRPr lang="en-US"/>
        </a:p>
      </dgm:t>
    </dgm:pt>
    <dgm:pt modelId="{B676DF99-FBDB-43A7-8D6D-9DD27EF1C780}">
      <dgm:prSet phldrT="[Text]" custT="1"/>
      <dgm:spPr/>
      <dgm:t>
        <a:bodyPr/>
        <a:lstStyle/>
        <a:p>
          <a:r>
            <a:rPr lang="en-US" sz="2000" b="1" dirty="0"/>
            <a:t>Epoch Data</a:t>
          </a:r>
        </a:p>
      </dgm:t>
    </dgm:pt>
    <dgm:pt modelId="{839D2999-99AF-486F-9543-612D165ECA5C}" type="parTrans" cxnId="{6ED8F233-FF03-4952-943F-8FD9173E57C1}">
      <dgm:prSet/>
      <dgm:spPr/>
      <dgm:t>
        <a:bodyPr/>
        <a:lstStyle/>
        <a:p>
          <a:endParaRPr lang="en-US"/>
        </a:p>
      </dgm:t>
    </dgm:pt>
    <dgm:pt modelId="{3C968567-971C-427F-BC59-E1B999DF175D}" type="sibTrans" cxnId="{6ED8F233-FF03-4952-943F-8FD9173E57C1}">
      <dgm:prSet/>
      <dgm:spPr/>
      <dgm:t>
        <a:bodyPr/>
        <a:lstStyle/>
        <a:p>
          <a:endParaRPr lang="en-US"/>
        </a:p>
      </dgm:t>
    </dgm:pt>
    <dgm:pt modelId="{33BD15D5-6B69-4F9B-87C7-B9FDA5B0E256}">
      <dgm:prSet phldrT="[Text]" custT="1"/>
      <dgm:spPr/>
      <dgm:t>
        <a:bodyPr/>
        <a:lstStyle/>
        <a:p>
          <a:r>
            <a:rPr lang="en-US" sz="2000" b="1" dirty="0"/>
            <a:t>Transpose Data</a:t>
          </a:r>
        </a:p>
      </dgm:t>
    </dgm:pt>
    <dgm:pt modelId="{BBBA17DE-F1B3-4036-B016-E9E73F6F2F4D}" type="parTrans" cxnId="{C2BE3D9D-C8FA-4B39-A6CD-D392FB482803}">
      <dgm:prSet/>
      <dgm:spPr/>
      <dgm:t>
        <a:bodyPr/>
        <a:lstStyle/>
        <a:p>
          <a:endParaRPr lang="en-US"/>
        </a:p>
      </dgm:t>
    </dgm:pt>
    <dgm:pt modelId="{25643638-D0BC-4F95-9B5E-5C6654C705F4}" type="sibTrans" cxnId="{C2BE3D9D-C8FA-4B39-A6CD-D392FB482803}">
      <dgm:prSet/>
      <dgm:spPr/>
      <dgm:t>
        <a:bodyPr/>
        <a:lstStyle/>
        <a:p>
          <a:endParaRPr lang="en-US"/>
        </a:p>
      </dgm:t>
    </dgm:pt>
    <dgm:pt modelId="{F212F3E3-0180-42DD-AC12-F2225E310810}">
      <dgm:prSet phldrT="[Text]" custT="1"/>
      <dgm:spPr/>
      <dgm:t>
        <a:bodyPr/>
        <a:lstStyle/>
        <a:p>
          <a:r>
            <a:rPr lang="en-US" sz="1600" b="1" dirty="0"/>
            <a:t>Feature Extraction for each band of each channel</a:t>
          </a:r>
        </a:p>
      </dgm:t>
    </dgm:pt>
    <dgm:pt modelId="{B970E72F-8AFC-4A60-AE96-4F0BBC1D99FD}" type="parTrans" cxnId="{631BE203-3E15-4E46-95A5-086E2EA58D7F}">
      <dgm:prSet/>
      <dgm:spPr/>
      <dgm:t>
        <a:bodyPr/>
        <a:lstStyle/>
        <a:p>
          <a:endParaRPr lang="en-US"/>
        </a:p>
      </dgm:t>
    </dgm:pt>
    <dgm:pt modelId="{06AED31E-7090-436F-8927-12908D253DF4}" type="sibTrans" cxnId="{631BE203-3E15-4E46-95A5-086E2EA58D7F}">
      <dgm:prSet/>
      <dgm:spPr/>
      <dgm:t>
        <a:bodyPr/>
        <a:lstStyle/>
        <a:p>
          <a:endParaRPr lang="en-US"/>
        </a:p>
      </dgm:t>
    </dgm:pt>
    <dgm:pt modelId="{0BD70DD3-32A9-40AC-AC97-6E0F80783197}">
      <dgm:prSet phldrT="[Text]" custT="1"/>
      <dgm:spPr/>
      <dgm:t>
        <a:bodyPr/>
        <a:lstStyle/>
        <a:p>
          <a:r>
            <a:rPr lang="en-US" sz="1800" b="1" dirty="0"/>
            <a:t>Create Feature Matrices Csv</a:t>
          </a:r>
        </a:p>
      </dgm:t>
    </dgm:pt>
    <dgm:pt modelId="{508CBDCF-ED6C-40BB-874F-61693A8FB715}" type="parTrans" cxnId="{D5CDE9CB-498B-49F5-B9DE-7BFAC6338581}">
      <dgm:prSet/>
      <dgm:spPr/>
      <dgm:t>
        <a:bodyPr/>
        <a:lstStyle/>
        <a:p>
          <a:endParaRPr lang="en-US"/>
        </a:p>
      </dgm:t>
    </dgm:pt>
    <dgm:pt modelId="{299E795E-9B56-4491-AF0A-D97F93E2974C}" type="sibTrans" cxnId="{D5CDE9CB-498B-49F5-B9DE-7BFAC6338581}">
      <dgm:prSet/>
      <dgm:spPr/>
      <dgm:t>
        <a:bodyPr/>
        <a:lstStyle/>
        <a:p>
          <a:endParaRPr lang="en-US"/>
        </a:p>
      </dgm:t>
    </dgm:pt>
    <dgm:pt modelId="{EFBF02DC-038E-4BE9-9FC0-AD68FBD3866E}">
      <dgm:prSet phldrT="[Text]" custT="1"/>
      <dgm:spPr/>
      <dgm:t>
        <a:bodyPr/>
        <a:lstStyle/>
        <a:p>
          <a:r>
            <a:rPr lang="en-US" sz="2000" b="1" dirty="0"/>
            <a:t>Perform Classifier</a:t>
          </a:r>
        </a:p>
      </dgm:t>
    </dgm:pt>
    <dgm:pt modelId="{4021C222-B246-443A-8243-2B0BBFCCAA4A}" type="parTrans" cxnId="{05385767-E5D2-4D01-A71F-C6C620331C1E}">
      <dgm:prSet/>
      <dgm:spPr/>
      <dgm:t>
        <a:bodyPr/>
        <a:lstStyle/>
        <a:p>
          <a:endParaRPr lang="en-US"/>
        </a:p>
      </dgm:t>
    </dgm:pt>
    <dgm:pt modelId="{77758153-C4EF-4DA1-9585-134CACB4B04F}" type="sibTrans" cxnId="{05385767-E5D2-4D01-A71F-C6C620331C1E}">
      <dgm:prSet/>
      <dgm:spPr/>
      <dgm:t>
        <a:bodyPr/>
        <a:lstStyle/>
        <a:p>
          <a:endParaRPr lang="en-US"/>
        </a:p>
      </dgm:t>
    </dgm:pt>
    <dgm:pt modelId="{2DCA2142-B587-4323-9C92-DE9008D5985A}">
      <dgm:prSet phldrT="[Text]" custT="1"/>
      <dgm:spPr/>
      <dgm:t>
        <a:bodyPr/>
        <a:lstStyle/>
        <a:p>
          <a:r>
            <a:rPr lang="en-US" sz="2000" b="1" dirty="0"/>
            <a:t>Performance Analysis</a:t>
          </a:r>
        </a:p>
      </dgm:t>
    </dgm:pt>
    <dgm:pt modelId="{3E161ED1-86D0-4A9A-8BE4-A0A6A2D1BC62}" type="parTrans" cxnId="{B0005E81-1DB6-45A8-A9F1-7B2409EE4D74}">
      <dgm:prSet/>
      <dgm:spPr/>
      <dgm:t>
        <a:bodyPr/>
        <a:lstStyle/>
        <a:p>
          <a:endParaRPr lang="en-US"/>
        </a:p>
      </dgm:t>
    </dgm:pt>
    <dgm:pt modelId="{D340CD00-702E-4E70-95F8-2CAE5BEB8429}" type="sibTrans" cxnId="{B0005E81-1DB6-45A8-A9F1-7B2409EE4D74}">
      <dgm:prSet/>
      <dgm:spPr/>
      <dgm:t>
        <a:bodyPr/>
        <a:lstStyle/>
        <a:p>
          <a:endParaRPr lang="en-US"/>
        </a:p>
      </dgm:t>
    </dgm:pt>
    <dgm:pt modelId="{145DAB1B-193B-4E72-AD70-27432389BDA6}">
      <dgm:prSet/>
      <dgm:spPr/>
      <dgm:t>
        <a:bodyPr/>
        <a:lstStyle/>
        <a:p>
          <a:endParaRPr lang="en-US"/>
        </a:p>
      </dgm:t>
    </dgm:pt>
    <dgm:pt modelId="{2994988E-AB37-4344-8B11-8636864F6055}" type="sibTrans" cxnId="{C989D9BF-CB28-4D4F-8B35-899AE3E41414}">
      <dgm:prSet/>
      <dgm:spPr/>
      <dgm:t>
        <a:bodyPr/>
        <a:lstStyle/>
        <a:p>
          <a:endParaRPr lang="en-US"/>
        </a:p>
      </dgm:t>
    </dgm:pt>
    <dgm:pt modelId="{4CA00AE5-78FA-488A-9F34-9D5C88C92790}" type="parTrans" cxnId="{C989D9BF-CB28-4D4F-8B35-899AE3E41414}">
      <dgm:prSet/>
      <dgm:spPr/>
      <dgm:t>
        <a:bodyPr/>
        <a:lstStyle/>
        <a:p>
          <a:endParaRPr lang="en-US"/>
        </a:p>
      </dgm:t>
    </dgm:pt>
    <dgm:pt modelId="{2D6D3BC5-8B39-4183-9055-559BCB8D1851}" type="pres">
      <dgm:prSet presAssocID="{890DD8B8-91E5-4214-B43C-293341583432}" presName="diagram" presStyleCnt="0">
        <dgm:presLayoutVars>
          <dgm:dir/>
          <dgm:resizeHandles val="exact"/>
        </dgm:presLayoutVars>
      </dgm:prSet>
      <dgm:spPr/>
    </dgm:pt>
    <dgm:pt modelId="{18495083-DE8D-4546-B6F5-9038DFA65474}" type="pres">
      <dgm:prSet presAssocID="{E947AF9E-5B2E-4666-BB19-8C4EF96B76E4}" presName="node" presStyleLbl="node1" presStyleIdx="0" presStyleCnt="8">
        <dgm:presLayoutVars>
          <dgm:bulletEnabled val="1"/>
        </dgm:presLayoutVars>
      </dgm:prSet>
      <dgm:spPr/>
    </dgm:pt>
    <dgm:pt modelId="{291E96F2-5E0C-44ED-9C28-6973E4354DF1}" type="pres">
      <dgm:prSet presAssocID="{7D8ECC52-0C04-42FE-929A-7517041CF48F}" presName="sibTrans" presStyleLbl="sibTrans2D1" presStyleIdx="0" presStyleCnt="7"/>
      <dgm:spPr/>
    </dgm:pt>
    <dgm:pt modelId="{B05F71C9-09DD-44F8-9454-A88AFD08C844}" type="pres">
      <dgm:prSet presAssocID="{7D8ECC52-0C04-42FE-929A-7517041CF48F}" presName="connectorText" presStyleLbl="sibTrans2D1" presStyleIdx="0" presStyleCnt="7"/>
      <dgm:spPr/>
    </dgm:pt>
    <dgm:pt modelId="{63CF51B4-912E-49A0-8233-A0DC9B558A7D}" type="pres">
      <dgm:prSet presAssocID="{B676DF99-FBDB-43A7-8D6D-9DD27EF1C780}" presName="node" presStyleLbl="node1" presStyleIdx="1" presStyleCnt="8">
        <dgm:presLayoutVars>
          <dgm:bulletEnabled val="1"/>
        </dgm:presLayoutVars>
      </dgm:prSet>
      <dgm:spPr/>
    </dgm:pt>
    <dgm:pt modelId="{F4AB0229-9673-4A4E-8AC9-4D042EFC71C8}" type="pres">
      <dgm:prSet presAssocID="{3C968567-971C-427F-BC59-E1B999DF175D}" presName="sibTrans" presStyleLbl="sibTrans2D1" presStyleIdx="1" presStyleCnt="7"/>
      <dgm:spPr/>
    </dgm:pt>
    <dgm:pt modelId="{949346C9-EC62-479D-8091-B17608171359}" type="pres">
      <dgm:prSet presAssocID="{3C968567-971C-427F-BC59-E1B999DF175D}" presName="connectorText" presStyleLbl="sibTrans2D1" presStyleIdx="1" presStyleCnt="7"/>
      <dgm:spPr/>
    </dgm:pt>
    <dgm:pt modelId="{C2171F8B-5936-44A5-913B-1D752BFD277F}" type="pres">
      <dgm:prSet presAssocID="{33BD15D5-6B69-4F9B-87C7-B9FDA5B0E256}" presName="node" presStyleLbl="node1" presStyleIdx="2" presStyleCnt="8" custLinFactNeighborX="1859" custLinFactNeighborY="1115">
        <dgm:presLayoutVars>
          <dgm:bulletEnabled val="1"/>
        </dgm:presLayoutVars>
      </dgm:prSet>
      <dgm:spPr/>
    </dgm:pt>
    <dgm:pt modelId="{E6B5B33F-05F9-47D1-A005-10E134172BC2}" type="pres">
      <dgm:prSet presAssocID="{25643638-D0BC-4F95-9B5E-5C6654C705F4}" presName="sibTrans" presStyleLbl="sibTrans2D1" presStyleIdx="2" presStyleCnt="7"/>
      <dgm:spPr/>
    </dgm:pt>
    <dgm:pt modelId="{D960C305-4EAD-4A0F-B64F-F501203EB8BA}" type="pres">
      <dgm:prSet presAssocID="{25643638-D0BC-4F95-9B5E-5C6654C705F4}" presName="connectorText" presStyleLbl="sibTrans2D1" presStyleIdx="2" presStyleCnt="7"/>
      <dgm:spPr/>
    </dgm:pt>
    <dgm:pt modelId="{82F844ED-2243-44D5-B401-944944DDACFD}" type="pres">
      <dgm:prSet presAssocID="{F212F3E3-0180-42DD-AC12-F2225E310810}" presName="node" presStyleLbl="node1" presStyleIdx="3" presStyleCnt="8">
        <dgm:presLayoutVars>
          <dgm:bulletEnabled val="1"/>
        </dgm:presLayoutVars>
      </dgm:prSet>
      <dgm:spPr/>
    </dgm:pt>
    <dgm:pt modelId="{0F658C70-52AE-48BC-96A0-1C60B05FB7D3}" type="pres">
      <dgm:prSet presAssocID="{06AED31E-7090-436F-8927-12908D253DF4}" presName="sibTrans" presStyleLbl="sibTrans2D1" presStyleIdx="3" presStyleCnt="7"/>
      <dgm:spPr/>
    </dgm:pt>
    <dgm:pt modelId="{244E588B-4DA2-49EE-965D-D5DA16002E26}" type="pres">
      <dgm:prSet presAssocID="{06AED31E-7090-436F-8927-12908D253DF4}" presName="connectorText" presStyleLbl="sibTrans2D1" presStyleIdx="3" presStyleCnt="7"/>
      <dgm:spPr/>
    </dgm:pt>
    <dgm:pt modelId="{6178747F-E404-4019-A2B9-1BC36288CA74}" type="pres">
      <dgm:prSet presAssocID="{145DAB1B-193B-4E72-AD70-27432389BDA6}" presName="node" presStyleLbl="node1" presStyleIdx="4" presStyleCnt="8">
        <dgm:presLayoutVars>
          <dgm:bulletEnabled val="1"/>
        </dgm:presLayoutVars>
      </dgm:prSet>
      <dgm:spPr/>
    </dgm:pt>
    <dgm:pt modelId="{5EEF093E-5026-45E7-A66E-C2F0196705B9}" type="pres">
      <dgm:prSet presAssocID="{2994988E-AB37-4344-8B11-8636864F6055}" presName="sibTrans" presStyleLbl="sibTrans2D1" presStyleIdx="4" presStyleCnt="7"/>
      <dgm:spPr/>
    </dgm:pt>
    <dgm:pt modelId="{748CF3D4-4B5C-4966-B963-041EE8B7FC0C}" type="pres">
      <dgm:prSet presAssocID="{2994988E-AB37-4344-8B11-8636864F6055}" presName="connectorText" presStyleLbl="sibTrans2D1" presStyleIdx="4" presStyleCnt="7"/>
      <dgm:spPr/>
    </dgm:pt>
    <dgm:pt modelId="{DA096644-D03F-4F80-8734-544CC28DCD5A}" type="pres">
      <dgm:prSet presAssocID="{0BD70DD3-32A9-40AC-AC97-6E0F80783197}" presName="node" presStyleLbl="node1" presStyleIdx="5" presStyleCnt="8" custLinFactX="40467" custLinFactNeighborX="100000" custLinFactNeighborY="1903">
        <dgm:presLayoutVars>
          <dgm:bulletEnabled val="1"/>
        </dgm:presLayoutVars>
      </dgm:prSet>
      <dgm:spPr/>
    </dgm:pt>
    <dgm:pt modelId="{94AC798D-C36C-444B-9E0E-27F53DBC3639}" type="pres">
      <dgm:prSet presAssocID="{299E795E-9B56-4491-AF0A-D97F93E2974C}" presName="sibTrans" presStyleLbl="sibTrans2D1" presStyleIdx="5" presStyleCnt="7"/>
      <dgm:spPr/>
    </dgm:pt>
    <dgm:pt modelId="{F45A1591-9A45-463B-A36C-37712BF00054}" type="pres">
      <dgm:prSet presAssocID="{299E795E-9B56-4491-AF0A-D97F93E2974C}" presName="connectorText" presStyleLbl="sibTrans2D1" presStyleIdx="5" presStyleCnt="7"/>
      <dgm:spPr/>
    </dgm:pt>
    <dgm:pt modelId="{B177A72B-4F31-454F-B031-E093C820F13B}" type="pres">
      <dgm:prSet presAssocID="{EFBF02DC-038E-4BE9-9FC0-AD68FBD3866E}" presName="node" presStyleLbl="node1" presStyleIdx="6" presStyleCnt="8" custLinFactY="-73414" custLinFactNeighborX="587" custLinFactNeighborY="-100000">
        <dgm:presLayoutVars>
          <dgm:bulletEnabled val="1"/>
        </dgm:presLayoutVars>
      </dgm:prSet>
      <dgm:spPr/>
    </dgm:pt>
    <dgm:pt modelId="{AA5C99A0-B02B-4EBE-BFB1-23A916A512C0}" type="pres">
      <dgm:prSet presAssocID="{77758153-C4EF-4DA1-9585-134CACB4B04F}" presName="sibTrans" presStyleLbl="sibTrans2D1" presStyleIdx="6" presStyleCnt="7"/>
      <dgm:spPr/>
    </dgm:pt>
    <dgm:pt modelId="{C9C405AE-9E10-4B8A-8DF7-79B1472857A4}" type="pres">
      <dgm:prSet presAssocID="{77758153-C4EF-4DA1-9585-134CACB4B04F}" presName="connectorText" presStyleLbl="sibTrans2D1" presStyleIdx="6" presStyleCnt="7"/>
      <dgm:spPr/>
    </dgm:pt>
    <dgm:pt modelId="{97CC4E1A-5F7D-4989-AF66-E744F14BA330}" type="pres">
      <dgm:prSet presAssocID="{2DCA2142-B587-4323-9C92-DE9008D5985A}" presName="node" presStyleLbl="node1" presStyleIdx="7" presStyleCnt="8" custLinFactX="-39293" custLinFactNeighborX="-100000" custLinFactNeighborY="-2747">
        <dgm:presLayoutVars>
          <dgm:bulletEnabled val="1"/>
        </dgm:presLayoutVars>
      </dgm:prSet>
      <dgm:spPr/>
    </dgm:pt>
  </dgm:ptLst>
  <dgm:cxnLst>
    <dgm:cxn modelId="{631BE203-3E15-4E46-95A5-086E2EA58D7F}" srcId="{890DD8B8-91E5-4214-B43C-293341583432}" destId="{F212F3E3-0180-42DD-AC12-F2225E310810}" srcOrd="3" destOrd="0" parTransId="{B970E72F-8AFC-4A60-AE96-4F0BBC1D99FD}" sibTransId="{06AED31E-7090-436F-8927-12908D253DF4}"/>
    <dgm:cxn modelId="{A049BD06-9665-4787-A91E-C7F708414F86}" type="presOf" srcId="{3C968567-971C-427F-BC59-E1B999DF175D}" destId="{F4AB0229-9673-4A4E-8AC9-4D042EFC71C8}" srcOrd="0" destOrd="0" presId="urn:microsoft.com/office/officeart/2005/8/layout/process5"/>
    <dgm:cxn modelId="{DA8BB10B-23AD-4D93-B9A3-F76FBF9A6552}" type="presOf" srcId="{06AED31E-7090-436F-8927-12908D253DF4}" destId="{244E588B-4DA2-49EE-965D-D5DA16002E26}" srcOrd="1" destOrd="0" presId="urn:microsoft.com/office/officeart/2005/8/layout/process5"/>
    <dgm:cxn modelId="{2A9C0C15-98F4-4145-AAAD-205D86786943}" type="presOf" srcId="{B676DF99-FBDB-43A7-8D6D-9DD27EF1C780}" destId="{63CF51B4-912E-49A0-8233-A0DC9B558A7D}" srcOrd="0" destOrd="0" presId="urn:microsoft.com/office/officeart/2005/8/layout/process5"/>
    <dgm:cxn modelId="{01ABBE27-D98C-4C37-A80A-ED08D5ED0965}" type="presOf" srcId="{890DD8B8-91E5-4214-B43C-293341583432}" destId="{2D6D3BC5-8B39-4183-9055-559BCB8D1851}" srcOrd="0" destOrd="0" presId="urn:microsoft.com/office/officeart/2005/8/layout/process5"/>
    <dgm:cxn modelId="{6ED8F233-FF03-4952-943F-8FD9173E57C1}" srcId="{890DD8B8-91E5-4214-B43C-293341583432}" destId="{B676DF99-FBDB-43A7-8D6D-9DD27EF1C780}" srcOrd="1" destOrd="0" parTransId="{839D2999-99AF-486F-9543-612D165ECA5C}" sibTransId="{3C968567-971C-427F-BC59-E1B999DF175D}"/>
    <dgm:cxn modelId="{B6F85437-68EA-4112-88F7-1FA9BFD72158}" type="presOf" srcId="{7D8ECC52-0C04-42FE-929A-7517041CF48F}" destId="{291E96F2-5E0C-44ED-9C28-6973E4354DF1}" srcOrd="0" destOrd="0" presId="urn:microsoft.com/office/officeart/2005/8/layout/process5"/>
    <dgm:cxn modelId="{A5ACC745-8778-466B-91E8-03BE3BF86277}" type="presOf" srcId="{06AED31E-7090-436F-8927-12908D253DF4}" destId="{0F658C70-52AE-48BC-96A0-1C60B05FB7D3}" srcOrd="0" destOrd="0" presId="urn:microsoft.com/office/officeart/2005/8/layout/process5"/>
    <dgm:cxn modelId="{05385767-E5D2-4D01-A71F-C6C620331C1E}" srcId="{890DD8B8-91E5-4214-B43C-293341583432}" destId="{EFBF02DC-038E-4BE9-9FC0-AD68FBD3866E}" srcOrd="6" destOrd="0" parTransId="{4021C222-B246-443A-8243-2B0BBFCCAA4A}" sibTransId="{77758153-C4EF-4DA1-9585-134CACB4B04F}"/>
    <dgm:cxn modelId="{D92AC151-5181-4A17-A874-92AC1EB90188}" type="presOf" srcId="{299E795E-9B56-4491-AF0A-D97F93E2974C}" destId="{F45A1591-9A45-463B-A36C-37712BF00054}" srcOrd="1" destOrd="0" presId="urn:microsoft.com/office/officeart/2005/8/layout/process5"/>
    <dgm:cxn modelId="{9F223F74-83A8-4E0E-A7CA-058552E72A03}" srcId="{890DD8B8-91E5-4214-B43C-293341583432}" destId="{E947AF9E-5B2E-4666-BB19-8C4EF96B76E4}" srcOrd="0" destOrd="0" parTransId="{B8CC04CA-0AAE-4C20-85FF-054E29E28AD8}" sibTransId="{7D8ECC52-0C04-42FE-929A-7517041CF48F}"/>
    <dgm:cxn modelId="{638D1259-9899-41E0-ABC9-A623EB80FF11}" type="presOf" srcId="{2DCA2142-B587-4323-9C92-DE9008D5985A}" destId="{97CC4E1A-5F7D-4989-AF66-E744F14BA330}" srcOrd="0" destOrd="0" presId="urn:microsoft.com/office/officeart/2005/8/layout/process5"/>
    <dgm:cxn modelId="{2A77357A-48E0-48E4-96C6-9A7FCAA8F1F6}" type="presOf" srcId="{E947AF9E-5B2E-4666-BB19-8C4EF96B76E4}" destId="{18495083-DE8D-4546-B6F5-9038DFA65474}" srcOrd="0" destOrd="0" presId="urn:microsoft.com/office/officeart/2005/8/layout/process5"/>
    <dgm:cxn modelId="{6F3BC27A-8FD0-4A86-AD3F-D73BAEEEF589}" type="presOf" srcId="{25643638-D0BC-4F95-9B5E-5C6654C705F4}" destId="{D960C305-4EAD-4A0F-B64F-F501203EB8BA}" srcOrd="1" destOrd="0" presId="urn:microsoft.com/office/officeart/2005/8/layout/process5"/>
    <dgm:cxn modelId="{DAB1E27C-8AC3-4DA1-ADFC-8C8BA36FF00D}" type="presOf" srcId="{77758153-C4EF-4DA1-9585-134CACB4B04F}" destId="{C9C405AE-9E10-4B8A-8DF7-79B1472857A4}" srcOrd="1" destOrd="0" presId="urn:microsoft.com/office/officeart/2005/8/layout/process5"/>
    <dgm:cxn modelId="{B0005E81-1DB6-45A8-A9F1-7B2409EE4D74}" srcId="{890DD8B8-91E5-4214-B43C-293341583432}" destId="{2DCA2142-B587-4323-9C92-DE9008D5985A}" srcOrd="7" destOrd="0" parTransId="{3E161ED1-86D0-4A9A-8BE4-A0A6A2D1BC62}" sibTransId="{D340CD00-702E-4E70-95F8-2CAE5BEB8429}"/>
    <dgm:cxn modelId="{787F6A97-1F83-42ED-A50E-8A470AB724C4}" type="presOf" srcId="{3C968567-971C-427F-BC59-E1B999DF175D}" destId="{949346C9-EC62-479D-8091-B17608171359}" srcOrd="1" destOrd="0" presId="urn:microsoft.com/office/officeart/2005/8/layout/process5"/>
    <dgm:cxn modelId="{C2BE3D9D-C8FA-4B39-A6CD-D392FB482803}" srcId="{890DD8B8-91E5-4214-B43C-293341583432}" destId="{33BD15D5-6B69-4F9B-87C7-B9FDA5B0E256}" srcOrd="2" destOrd="0" parTransId="{BBBA17DE-F1B3-4036-B016-E9E73F6F2F4D}" sibTransId="{25643638-D0BC-4F95-9B5E-5C6654C705F4}"/>
    <dgm:cxn modelId="{EFC9A4A0-A720-4D21-9DA0-2B3222614299}" type="presOf" srcId="{2994988E-AB37-4344-8B11-8636864F6055}" destId="{748CF3D4-4B5C-4966-B963-041EE8B7FC0C}" srcOrd="1" destOrd="0" presId="urn:microsoft.com/office/officeart/2005/8/layout/process5"/>
    <dgm:cxn modelId="{4ACB3CA4-548A-4E0D-9806-D9A98D4E3092}" type="presOf" srcId="{0BD70DD3-32A9-40AC-AC97-6E0F80783197}" destId="{DA096644-D03F-4F80-8734-544CC28DCD5A}" srcOrd="0" destOrd="0" presId="urn:microsoft.com/office/officeart/2005/8/layout/process5"/>
    <dgm:cxn modelId="{2B30FEBB-74BA-47E4-A956-9809C6BEA2BA}" type="presOf" srcId="{77758153-C4EF-4DA1-9585-134CACB4B04F}" destId="{AA5C99A0-B02B-4EBE-BFB1-23A916A512C0}" srcOrd="0" destOrd="0" presId="urn:microsoft.com/office/officeart/2005/8/layout/process5"/>
    <dgm:cxn modelId="{C989D9BF-CB28-4D4F-8B35-899AE3E41414}" srcId="{890DD8B8-91E5-4214-B43C-293341583432}" destId="{145DAB1B-193B-4E72-AD70-27432389BDA6}" srcOrd="4" destOrd="0" parTransId="{4CA00AE5-78FA-488A-9F34-9D5C88C92790}" sibTransId="{2994988E-AB37-4344-8B11-8636864F6055}"/>
    <dgm:cxn modelId="{361C80C1-58E9-4670-B039-01C767D96931}" type="presOf" srcId="{F212F3E3-0180-42DD-AC12-F2225E310810}" destId="{82F844ED-2243-44D5-B401-944944DDACFD}" srcOrd="0" destOrd="0" presId="urn:microsoft.com/office/officeart/2005/8/layout/process5"/>
    <dgm:cxn modelId="{D5CDE9CB-498B-49F5-B9DE-7BFAC6338581}" srcId="{890DD8B8-91E5-4214-B43C-293341583432}" destId="{0BD70DD3-32A9-40AC-AC97-6E0F80783197}" srcOrd="5" destOrd="0" parTransId="{508CBDCF-ED6C-40BB-874F-61693A8FB715}" sibTransId="{299E795E-9B56-4491-AF0A-D97F93E2974C}"/>
    <dgm:cxn modelId="{E612FFCD-C3A8-497C-97DA-B714014508CC}" type="presOf" srcId="{145DAB1B-193B-4E72-AD70-27432389BDA6}" destId="{6178747F-E404-4019-A2B9-1BC36288CA74}" srcOrd="0" destOrd="0" presId="urn:microsoft.com/office/officeart/2005/8/layout/process5"/>
    <dgm:cxn modelId="{962473D5-080D-440E-9472-BDA94C69BF65}" type="presOf" srcId="{EFBF02DC-038E-4BE9-9FC0-AD68FBD3866E}" destId="{B177A72B-4F31-454F-B031-E093C820F13B}" srcOrd="0" destOrd="0" presId="urn:microsoft.com/office/officeart/2005/8/layout/process5"/>
    <dgm:cxn modelId="{9D6752E1-E05B-405C-948C-5003464955A0}" type="presOf" srcId="{33BD15D5-6B69-4F9B-87C7-B9FDA5B0E256}" destId="{C2171F8B-5936-44A5-913B-1D752BFD277F}" srcOrd="0" destOrd="0" presId="urn:microsoft.com/office/officeart/2005/8/layout/process5"/>
    <dgm:cxn modelId="{12E647F3-C80B-47AD-8253-D6F70754B29D}" type="presOf" srcId="{299E795E-9B56-4491-AF0A-D97F93E2974C}" destId="{94AC798D-C36C-444B-9E0E-27F53DBC3639}" srcOrd="0" destOrd="0" presId="urn:microsoft.com/office/officeart/2005/8/layout/process5"/>
    <dgm:cxn modelId="{AFAC08F7-523F-472D-938A-5FBC2DB8A3B5}" type="presOf" srcId="{2994988E-AB37-4344-8B11-8636864F6055}" destId="{5EEF093E-5026-45E7-A66E-C2F0196705B9}" srcOrd="0" destOrd="0" presId="urn:microsoft.com/office/officeart/2005/8/layout/process5"/>
    <dgm:cxn modelId="{D68FFAFA-FDD6-40C1-9CF1-9D3D08AD65EC}" type="presOf" srcId="{25643638-D0BC-4F95-9B5E-5C6654C705F4}" destId="{E6B5B33F-05F9-47D1-A005-10E134172BC2}" srcOrd="0" destOrd="0" presId="urn:microsoft.com/office/officeart/2005/8/layout/process5"/>
    <dgm:cxn modelId="{3F3CE6FF-0E22-4584-9507-031ABFC72575}" type="presOf" srcId="{7D8ECC52-0C04-42FE-929A-7517041CF48F}" destId="{B05F71C9-09DD-44F8-9454-A88AFD08C844}" srcOrd="1" destOrd="0" presId="urn:microsoft.com/office/officeart/2005/8/layout/process5"/>
    <dgm:cxn modelId="{E2E92113-1B67-4BD2-941F-BF543BD97B22}" type="presParOf" srcId="{2D6D3BC5-8B39-4183-9055-559BCB8D1851}" destId="{18495083-DE8D-4546-B6F5-9038DFA65474}" srcOrd="0" destOrd="0" presId="urn:microsoft.com/office/officeart/2005/8/layout/process5"/>
    <dgm:cxn modelId="{B9C1D5C4-0F39-4574-8851-5605BBFEAC39}" type="presParOf" srcId="{2D6D3BC5-8B39-4183-9055-559BCB8D1851}" destId="{291E96F2-5E0C-44ED-9C28-6973E4354DF1}" srcOrd="1" destOrd="0" presId="urn:microsoft.com/office/officeart/2005/8/layout/process5"/>
    <dgm:cxn modelId="{730D8EAC-6207-4F40-94F3-95BA67E92F9A}" type="presParOf" srcId="{291E96F2-5E0C-44ED-9C28-6973E4354DF1}" destId="{B05F71C9-09DD-44F8-9454-A88AFD08C844}" srcOrd="0" destOrd="0" presId="urn:microsoft.com/office/officeart/2005/8/layout/process5"/>
    <dgm:cxn modelId="{FFD42050-F867-42C8-8D6A-AEC28C08FBA2}" type="presParOf" srcId="{2D6D3BC5-8B39-4183-9055-559BCB8D1851}" destId="{63CF51B4-912E-49A0-8233-A0DC9B558A7D}" srcOrd="2" destOrd="0" presId="urn:microsoft.com/office/officeart/2005/8/layout/process5"/>
    <dgm:cxn modelId="{D0612A73-1830-4BFB-B4A4-7B0FF9B5009C}" type="presParOf" srcId="{2D6D3BC5-8B39-4183-9055-559BCB8D1851}" destId="{F4AB0229-9673-4A4E-8AC9-4D042EFC71C8}" srcOrd="3" destOrd="0" presId="urn:microsoft.com/office/officeart/2005/8/layout/process5"/>
    <dgm:cxn modelId="{ED3ED5B3-7A1A-4B62-BB44-4AFCB3CB4888}" type="presParOf" srcId="{F4AB0229-9673-4A4E-8AC9-4D042EFC71C8}" destId="{949346C9-EC62-479D-8091-B17608171359}" srcOrd="0" destOrd="0" presId="urn:microsoft.com/office/officeart/2005/8/layout/process5"/>
    <dgm:cxn modelId="{9B8829CD-9228-4238-9F29-96BFBB655E64}" type="presParOf" srcId="{2D6D3BC5-8B39-4183-9055-559BCB8D1851}" destId="{C2171F8B-5936-44A5-913B-1D752BFD277F}" srcOrd="4" destOrd="0" presId="urn:microsoft.com/office/officeart/2005/8/layout/process5"/>
    <dgm:cxn modelId="{15C35ED1-8C12-4EAF-B28F-C5DF7ACE0A8A}" type="presParOf" srcId="{2D6D3BC5-8B39-4183-9055-559BCB8D1851}" destId="{E6B5B33F-05F9-47D1-A005-10E134172BC2}" srcOrd="5" destOrd="0" presId="urn:microsoft.com/office/officeart/2005/8/layout/process5"/>
    <dgm:cxn modelId="{41086B29-7545-457B-8673-D00D1EEEDF2A}" type="presParOf" srcId="{E6B5B33F-05F9-47D1-A005-10E134172BC2}" destId="{D960C305-4EAD-4A0F-B64F-F501203EB8BA}" srcOrd="0" destOrd="0" presId="urn:microsoft.com/office/officeart/2005/8/layout/process5"/>
    <dgm:cxn modelId="{C3BC0BA4-BE49-4E8F-A89B-204B7B848F06}" type="presParOf" srcId="{2D6D3BC5-8B39-4183-9055-559BCB8D1851}" destId="{82F844ED-2243-44D5-B401-944944DDACFD}" srcOrd="6" destOrd="0" presId="urn:microsoft.com/office/officeart/2005/8/layout/process5"/>
    <dgm:cxn modelId="{F37D7303-CEE2-4401-A81E-FF3CF6D2A34F}" type="presParOf" srcId="{2D6D3BC5-8B39-4183-9055-559BCB8D1851}" destId="{0F658C70-52AE-48BC-96A0-1C60B05FB7D3}" srcOrd="7" destOrd="0" presId="urn:microsoft.com/office/officeart/2005/8/layout/process5"/>
    <dgm:cxn modelId="{82E3F626-F21B-40B6-9419-C09C66F8D324}" type="presParOf" srcId="{0F658C70-52AE-48BC-96A0-1C60B05FB7D3}" destId="{244E588B-4DA2-49EE-965D-D5DA16002E26}" srcOrd="0" destOrd="0" presId="urn:microsoft.com/office/officeart/2005/8/layout/process5"/>
    <dgm:cxn modelId="{2F697671-B477-4C48-B1B9-B92AAD0E4805}" type="presParOf" srcId="{2D6D3BC5-8B39-4183-9055-559BCB8D1851}" destId="{6178747F-E404-4019-A2B9-1BC36288CA74}" srcOrd="8" destOrd="0" presId="urn:microsoft.com/office/officeart/2005/8/layout/process5"/>
    <dgm:cxn modelId="{B67532E6-B0C2-4B55-A0EC-448C37F31A21}" type="presParOf" srcId="{2D6D3BC5-8B39-4183-9055-559BCB8D1851}" destId="{5EEF093E-5026-45E7-A66E-C2F0196705B9}" srcOrd="9" destOrd="0" presId="urn:microsoft.com/office/officeart/2005/8/layout/process5"/>
    <dgm:cxn modelId="{73D0B110-2067-45B0-92EF-01CDFA14C973}" type="presParOf" srcId="{5EEF093E-5026-45E7-A66E-C2F0196705B9}" destId="{748CF3D4-4B5C-4966-B963-041EE8B7FC0C}" srcOrd="0" destOrd="0" presId="urn:microsoft.com/office/officeart/2005/8/layout/process5"/>
    <dgm:cxn modelId="{2B9099B9-FA5D-4ADD-8EE7-625A065F7F0C}" type="presParOf" srcId="{2D6D3BC5-8B39-4183-9055-559BCB8D1851}" destId="{DA096644-D03F-4F80-8734-544CC28DCD5A}" srcOrd="10" destOrd="0" presId="urn:microsoft.com/office/officeart/2005/8/layout/process5"/>
    <dgm:cxn modelId="{FC74AFA9-AB21-46E2-91FD-863DFBF2CF36}" type="presParOf" srcId="{2D6D3BC5-8B39-4183-9055-559BCB8D1851}" destId="{94AC798D-C36C-444B-9E0E-27F53DBC3639}" srcOrd="11" destOrd="0" presId="urn:microsoft.com/office/officeart/2005/8/layout/process5"/>
    <dgm:cxn modelId="{49C194FC-9E36-4DD4-B02E-29C74D7B0581}" type="presParOf" srcId="{94AC798D-C36C-444B-9E0E-27F53DBC3639}" destId="{F45A1591-9A45-463B-A36C-37712BF00054}" srcOrd="0" destOrd="0" presId="urn:microsoft.com/office/officeart/2005/8/layout/process5"/>
    <dgm:cxn modelId="{4334C9F0-30A5-409A-B195-02A6D3810416}" type="presParOf" srcId="{2D6D3BC5-8B39-4183-9055-559BCB8D1851}" destId="{B177A72B-4F31-454F-B031-E093C820F13B}" srcOrd="12" destOrd="0" presId="urn:microsoft.com/office/officeart/2005/8/layout/process5"/>
    <dgm:cxn modelId="{5FBB2C6C-3D17-4EBF-931E-4B5A67813A94}" type="presParOf" srcId="{2D6D3BC5-8B39-4183-9055-559BCB8D1851}" destId="{AA5C99A0-B02B-4EBE-BFB1-23A916A512C0}" srcOrd="13" destOrd="0" presId="urn:microsoft.com/office/officeart/2005/8/layout/process5"/>
    <dgm:cxn modelId="{52BD2334-ECE4-4EC4-A558-9BEEDF0AD7D5}" type="presParOf" srcId="{AA5C99A0-B02B-4EBE-BFB1-23A916A512C0}" destId="{C9C405AE-9E10-4B8A-8DF7-79B1472857A4}" srcOrd="0" destOrd="0" presId="urn:microsoft.com/office/officeart/2005/8/layout/process5"/>
    <dgm:cxn modelId="{632826D5-D74C-4CD0-BCBC-95B4999BE017}" type="presParOf" srcId="{2D6D3BC5-8B39-4183-9055-559BCB8D1851}" destId="{97CC4E1A-5F7D-4989-AF66-E744F14BA330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0DD8B8-91E5-4214-B43C-293341583432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47AF9E-5B2E-4666-BB19-8C4EF96B76E4}">
      <dgm:prSet phldrT="[Text]" custT="1"/>
      <dgm:spPr/>
      <dgm:t>
        <a:bodyPr/>
        <a:lstStyle/>
        <a:p>
          <a:r>
            <a:rPr lang="en-US" sz="1800" b="1" dirty="0"/>
            <a:t>Data Preprocessing </a:t>
          </a:r>
        </a:p>
      </dgm:t>
    </dgm:pt>
    <dgm:pt modelId="{B8CC04CA-0AAE-4C20-85FF-054E29E28AD8}" type="parTrans" cxnId="{9F223F74-83A8-4E0E-A7CA-058552E72A03}">
      <dgm:prSet/>
      <dgm:spPr/>
      <dgm:t>
        <a:bodyPr/>
        <a:lstStyle/>
        <a:p>
          <a:endParaRPr lang="en-US"/>
        </a:p>
      </dgm:t>
    </dgm:pt>
    <dgm:pt modelId="{7D8ECC52-0C04-42FE-929A-7517041CF48F}" type="sibTrans" cxnId="{9F223F74-83A8-4E0E-A7CA-058552E72A03}">
      <dgm:prSet/>
      <dgm:spPr/>
      <dgm:t>
        <a:bodyPr/>
        <a:lstStyle/>
        <a:p>
          <a:endParaRPr lang="en-US"/>
        </a:p>
      </dgm:t>
    </dgm:pt>
    <dgm:pt modelId="{B676DF99-FBDB-43A7-8D6D-9DD27EF1C780}">
      <dgm:prSet phldrT="[Text]" custT="1"/>
      <dgm:spPr/>
      <dgm:t>
        <a:bodyPr/>
        <a:lstStyle/>
        <a:p>
          <a:r>
            <a:rPr lang="en-US" sz="2000" b="1" dirty="0"/>
            <a:t>Segment Data by 10</a:t>
          </a:r>
        </a:p>
      </dgm:t>
    </dgm:pt>
    <dgm:pt modelId="{839D2999-99AF-486F-9543-612D165ECA5C}" type="parTrans" cxnId="{6ED8F233-FF03-4952-943F-8FD9173E57C1}">
      <dgm:prSet/>
      <dgm:spPr/>
      <dgm:t>
        <a:bodyPr/>
        <a:lstStyle/>
        <a:p>
          <a:endParaRPr lang="en-US"/>
        </a:p>
      </dgm:t>
    </dgm:pt>
    <dgm:pt modelId="{3C968567-971C-427F-BC59-E1B999DF175D}" type="sibTrans" cxnId="{6ED8F233-FF03-4952-943F-8FD9173E57C1}">
      <dgm:prSet/>
      <dgm:spPr/>
      <dgm:t>
        <a:bodyPr/>
        <a:lstStyle/>
        <a:p>
          <a:endParaRPr lang="en-US"/>
        </a:p>
      </dgm:t>
    </dgm:pt>
    <dgm:pt modelId="{33BD15D5-6B69-4F9B-87C7-B9FDA5B0E256}">
      <dgm:prSet phldrT="[Text]" custT="1"/>
      <dgm:spPr/>
      <dgm:t>
        <a:bodyPr/>
        <a:lstStyle/>
        <a:p>
          <a:r>
            <a:rPr lang="en-US" sz="2000" b="1" dirty="0"/>
            <a:t>Transpose Data</a:t>
          </a:r>
        </a:p>
      </dgm:t>
    </dgm:pt>
    <dgm:pt modelId="{BBBA17DE-F1B3-4036-B016-E9E73F6F2F4D}" type="parTrans" cxnId="{C2BE3D9D-C8FA-4B39-A6CD-D392FB482803}">
      <dgm:prSet/>
      <dgm:spPr/>
      <dgm:t>
        <a:bodyPr/>
        <a:lstStyle/>
        <a:p>
          <a:endParaRPr lang="en-US"/>
        </a:p>
      </dgm:t>
    </dgm:pt>
    <dgm:pt modelId="{25643638-D0BC-4F95-9B5E-5C6654C705F4}" type="sibTrans" cxnId="{C2BE3D9D-C8FA-4B39-A6CD-D392FB482803}">
      <dgm:prSet/>
      <dgm:spPr/>
      <dgm:t>
        <a:bodyPr/>
        <a:lstStyle/>
        <a:p>
          <a:endParaRPr lang="en-US"/>
        </a:p>
      </dgm:t>
    </dgm:pt>
    <dgm:pt modelId="{F212F3E3-0180-42DD-AC12-F2225E310810}">
      <dgm:prSet phldrT="[Text]" custT="1"/>
      <dgm:spPr/>
      <dgm:t>
        <a:bodyPr/>
        <a:lstStyle/>
        <a:p>
          <a:r>
            <a:rPr lang="en-US" sz="1600" b="1" dirty="0"/>
            <a:t>Feature Extraction for each band of each channel</a:t>
          </a:r>
        </a:p>
      </dgm:t>
    </dgm:pt>
    <dgm:pt modelId="{B970E72F-8AFC-4A60-AE96-4F0BBC1D99FD}" type="parTrans" cxnId="{631BE203-3E15-4E46-95A5-086E2EA58D7F}">
      <dgm:prSet/>
      <dgm:spPr/>
      <dgm:t>
        <a:bodyPr/>
        <a:lstStyle/>
        <a:p>
          <a:endParaRPr lang="en-US"/>
        </a:p>
      </dgm:t>
    </dgm:pt>
    <dgm:pt modelId="{06AED31E-7090-436F-8927-12908D253DF4}" type="sibTrans" cxnId="{631BE203-3E15-4E46-95A5-086E2EA58D7F}">
      <dgm:prSet/>
      <dgm:spPr/>
      <dgm:t>
        <a:bodyPr/>
        <a:lstStyle/>
        <a:p>
          <a:endParaRPr lang="en-US"/>
        </a:p>
      </dgm:t>
    </dgm:pt>
    <dgm:pt modelId="{0BD70DD3-32A9-40AC-AC97-6E0F80783197}">
      <dgm:prSet phldrT="[Text]" custT="1"/>
      <dgm:spPr/>
      <dgm:t>
        <a:bodyPr/>
        <a:lstStyle/>
        <a:p>
          <a:r>
            <a:rPr lang="en-US" sz="1800" b="1" dirty="0"/>
            <a:t>Create Feature Matrices Csv</a:t>
          </a:r>
        </a:p>
      </dgm:t>
    </dgm:pt>
    <dgm:pt modelId="{508CBDCF-ED6C-40BB-874F-61693A8FB715}" type="parTrans" cxnId="{D5CDE9CB-498B-49F5-B9DE-7BFAC6338581}">
      <dgm:prSet/>
      <dgm:spPr/>
      <dgm:t>
        <a:bodyPr/>
        <a:lstStyle/>
        <a:p>
          <a:endParaRPr lang="en-US"/>
        </a:p>
      </dgm:t>
    </dgm:pt>
    <dgm:pt modelId="{299E795E-9B56-4491-AF0A-D97F93E2974C}" type="sibTrans" cxnId="{D5CDE9CB-498B-49F5-B9DE-7BFAC6338581}">
      <dgm:prSet/>
      <dgm:spPr/>
      <dgm:t>
        <a:bodyPr/>
        <a:lstStyle/>
        <a:p>
          <a:endParaRPr lang="en-US"/>
        </a:p>
      </dgm:t>
    </dgm:pt>
    <dgm:pt modelId="{EFBF02DC-038E-4BE9-9FC0-AD68FBD3866E}">
      <dgm:prSet phldrT="[Text]" custT="1"/>
      <dgm:spPr/>
      <dgm:t>
        <a:bodyPr/>
        <a:lstStyle/>
        <a:p>
          <a:r>
            <a:rPr lang="en-US" sz="2000" b="1" dirty="0"/>
            <a:t>Perform Classifier</a:t>
          </a:r>
        </a:p>
      </dgm:t>
    </dgm:pt>
    <dgm:pt modelId="{4021C222-B246-443A-8243-2B0BBFCCAA4A}" type="parTrans" cxnId="{05385767-E5D2-4D01-A71F-C6C620331C1E}">
      <dgm:prSet/>
      <dgm:spPr/>
      <dgm:t>
        <a:bodyPr/>
        <a:lstStyle/>
        <a:p>
          <a:endParaRPr lang="en-US"/>
        </a:p>
      </dgm:t>
    </dgm:pt>
    <dgm:pt modelId="{77758153-C4EF-4DA1-9585-134CACB4B04F}" type="sibTrans" cxnId="{05385767-E5D2-4D01-A71F-C6C620331C1E}">
      <dgm:prSet/>
      <dgm:spPr/>
      <dgm:t>
        <a:bodyPr/>
        <a:lstStyle/>
        <a:p>
          <a:endParaRPr lang="en-US"/>
        </a:p>
      </dgm:t>
    </dgm:pt>
    <dgm:pt modelId="{2DCA2142-B587-4323-9C92-DE9008D5985A}">
      <dgm:prSet phldrT="[Text]" custT="1"/>
      <dgm:spPr/>
      <dgm:t>
        <a:bodyPr/>
        <a:lstStyle/>
        <a:p>
          <a:r>
            <a:rPr lang="en-US" sz="2000" b="1" dirty="0"/>
            <a:t>Performance Analysis</a:t>
          </a:r>
        </a:p>
      </dgm:t>
    </dgm:pt>
    <dgm:pt modelId="{3E161ED1-86D0-4A9A-8BE4-A0A6A2D1BC62}" type="parTrans" cxnId="{B0005E81-1DB6-45A8-A9F1-7B2409EE4D74}">
      <dgm:prSet/>
      <dgm:spPr/>
      <dgm:t>
        <a:bodyPr/>
        <a:lstStyle/>
        <a:p>
          <a:endParaRPr lang="en-US"/>
        </a:p>
      </dgm:t>
    </dgm:pt>
    <dgm:pt modelId="{D340CD00-702E-4E70-95F8-2CAE5BEB8429}" type="sibTrans" cxnId="{B0005E81-1DB6-45A8-A9F1-7B2409EE4D74}">
      <dgm:prSet/>
      <dgm:spPr/>
      <dgm:t>
        <a:bodyPr/>
        <a:lstStyle/>
        <a:p>
          <a:endParaRPr lang="en-US"/>
        </a:p>
      </dgm:t>
    </dgm:pt>
    <dgm:pt modelId="{145DAB1B-193B-4E72-AD70-27432389BDA6}">
      <dgm:prSet/>
      <dgm:spPr/>
      <dgm:t>
        <a:bodyPr/>
        <a:lstStyle/>
        <a:p>
          <a:endParaRPr lang="en-US"/>
        </a:p>
      </dgm:t>
    </dgm:pt>
    <dgm:pt modelId="{2994988E-AB37-4344-8B11-8636864F6055}" type="sibTrans" cxnId="{C989D9BF-CB28-4D4F-8B35-899AE3E41414}">
      <dgm:prSet/>
      <dgm:spPr/>
      <dgm:t>
        <a:bodyPr/>
        <a:lstStyle/>
        <a:p>
          <a:endParaRPr lang="en-US"/>
        </a:p>
      </dgm:t>
    </dgm:pt>
    <dgm:pt modelId="{4CA00AE5-78FA-488A-9F34-9D5C88C92790}" type="parTrans" cxnId="{C989D9BF-CB28-4D4F-8B35-899AE3E41414}">
      <dgm:prSet/>
      <dgm:spPr/>
      <dgm:t>
        <a:bodyPr/>
        <a:lstStyle/>
        <a:p>
          <a:endParaRPr lang="en-US"/>
        </a:p>
      </dgm:t>
    </dgm:pt>
    <dgm:pt modelId="{2D6D3BC5-8B39-4183-9055-559BCB8D1851}" type="pres">
      <dgm:prSet presAssocID="{890DD8B8-91E5-4214-B43C-293341583432}" presName="diagram" presStyleCnt="0">
        <dgm:presLayoutVars>
          <dgm:dir/>
          <dgm:resizeHandles val="exact"/>
        </dgm:presLayoutVars>
      </dgm:prSet>
      <dgm:spPr/>
    </dgm:pt>
    <dgm:pt modelId="{18495083-DE8D-4546-B6F5-9038DFA65474}" type="pres">
      <dgm:prSet presAssocID="{E947AF9E-5B2E-4666-BB19-8C4EF96B76E4}" presName="node" presStyleLbl="node1" presStyleIdx="0" presStyleCnt="8">
        <dgm:presLayoutVars>
          <dgm:bulletEnabled val="1"/>
        </dgm:presLayoutVars>
      </dgm:prSet>
      <dgm:spPr/>
    </dgm:pt>
    <dgm:pt modelId="{291E96F2-5E0C-44ED-9C28-6973E4354DF1}" type="pres">
      <dgm:prSet presAssocID="{7D8ECC52-0C04-42FE-929A-7517041CF48F}" presName="sibTrans" presStyleLbl="sibTrans2D1" presStyleIdx="0" presStyleCnt="7"/>
      <dgm:spPr/>
    </dgm:pt>
    <dgm:pt modelId="{B05F71C9-09DD-44F8-9454-A88AFD08C844}" type="pres">
      <dgm:prSet presAssocID="{7D8ECC52-0C04-42FE-929A-7517041CF48F}" presName="connectorText" presStyleLbl="sibTrans2D1" presStyleIdx="0" presStyleCnt="7"/>
      <dgm:spPr/>
    </dgm:pt>
    <dgm:pt modelId="{63CF51B4-912E-49A0-8233-A0DC9B558A7D}" type="pres">
      <dgm:prSet presAssocID="{B676DF99-FBDB-43A7-8D6D-9DD27EF1C780}" presName="node" presStyleLbl="node1" presStyleIdx="1" presStyleCnt="8">
        <dgm:presLayoutVars>
          <dgm:bulletEnabled val="1"/>
        </dgm:presLayoutVars>
      </dgm:prSet>
      <dgm:spPr/>
    </dgm:pt>
    <dgm:pt modelId="{F4AB0229-9673-4A4E-8AC9-4D042EFC71C8}" type="pres">
      <dgm:prSet presAssocID="{3C968567-971C-427F-BC59-E1B999DF175D}" presName="sibTrans" presStyleLbl="sibTrans2D1" presStyleIdx="1" presStyleCnt="7"/>
      <dgm:spPr/>
    </dgm:pt>
    <dgm:pt modelId="{949346C9-EC62-479D-8091-B17608171359}" type="pres">
      <dgm:prSet presAssocID="{3C968567-971C-427F-BC59-E1B999DF175D}" presName="connectorText" presStyleLbl="sibTrans2D1" presStyleIdx="1" presStyleCnt="7"/>
      <dgm:spPr/>
    </dgm:pt>
    <dgm:pt modelId="{C2171F8B-5936-44A5-913B-1D752BFD277F}" type="pres">
      <dgm:prSet presAssocID="{33BD15D5-6B69-4F9B-87C7-B9FDA5B0E256}" presName="node" presStyleLbl="node1" presStyleIdx="2" presStyleCnt="8" custLinFactNeighborX="1859" custLinFactNeighborY="1115">
        <dgm:presLayoutVars>
          <dgm:bulletEnabled val="1"/>
        </dgm:presLayoutVars>
      </dgm:prSet>
      <dgm:spPr/>
    </dgm:pt>
    <dgm:pt modelId="{E6B5B33F-05F9-47D1-A005-10E134172BC2}" type="pres">
      <dgm:prSet presAssocID="{25643638-D0BC-4F95-9B5E-5C6654C705F4}" presName="sibTrans" presStyleLbl="sibTrans2D1" presStyleIdx="2" presStyleCnt="7"/>
      <dgm:spPr/>
    </dgm:pt>
    <dgm:pt modelId="{D960C305-4EAD-4A0F-B64F-F501203EB8BA}" type="pres">
      <dgm:prSet presAssocID="{25643638-D0BC-4F95-9B5E-5C6654C705F4}" presName="connectorText" presStyleLbl="sibTrans2D1" presStyleIdx="2" presStyleCnt="7"/>
      <dgm:spPr/>
    </dgm:pt>
    <dgm:pt modelId="{82F844ED-2243-44D5-B401-944944DDACFD}" type="pres">
      <dgm:prSet presAssocID="{F212F3E3-0180-42DD-AC12-F2225E310810}" presName="node" presStyleLbl="node1" presStyleIdx="3" presStyleCnt="8">
        <dgm:presLayoutVars>
          <dgm:bulletEnabled val="1"/>
        </dgm:presLayoutVars>
      </dgm:prSet>
      <dgm:spPr/>
    </dgm:pt>
    <dgm:pt modelId="{0F658C70-52AE-48BC-96A0-1C60B05FB7D3}" type="pres">
      <dgm:prSet presAssocID="{06AED31E-7090-436F-8927-12908D253DF4}" presName="sibTrans" presStyleLbl="sibTrans2D1" presStyleIdx="3" presStyleCnt="7"/>
      <dgm:spPr/>
    </dgm:pt>
    <dgm:pt modelId="{244E588B-4DA2-49EE-965D-D5DA16002E26}" type="pres">
      <dgm:prSet presAssocID="{06AED31E-7090-436F-8927-12908D253DF4}" presName="connectorText" presStyleLbl="sibTrans2D1" presStyleIdx="3" presStyleCnt="7"/>
      <dgm:spPr/>
    </dgm:pt>
    <dgm:pt modelId="{6178747F-E404-4019-A2B9-1BC36288CA74}" type="pres">
      <dgm:prSet presAssocID="{145DAB1B-193B-4E72-AD70-27432389BDA6}" presName="node" presStyleLbl="node1" presStyleIdx="4" presStyleCnt="8">
        <dgm:presLayoutVars>
          <dgm:bulletEnabled val="1"/>
        </dgm:presLayoutVars>
      </dgm:prSet>
      <dgm:spPr/>
    </dgm:pt>
    <dgm:pt modelId="{5EEF093E-5026-45E7-A66E-C2F0196705B9}" type="pres">
      <dgm:prSet presAssocID="{2994988E-AB37-4344-8B11-8636864F6055}" presName="sibTrans" presStyleLbl="sibTrans2D1" presStyleIdx="4" presStyleCnt="7"/>
      <dgm:spPr/>
    </dgm:pt>
    <dgm:pt modelId="{748CF3D4-4B5C-4966-B963-041EE8B7FC0C}" type="pres">
      <dgm:prSet presAssocID="{2994988E-AB37-4344-8B11-8636864F6055}" presName="connectorText" presStyleLbl="sibTrans2D1" presStyleIdx="4" presStyleCnt="7"/>
      <dgm:spPr/>
    </dgm:pt>
    <dgm:pt modelId="{DA096644-D03F-4F80-8734-544CC28DCD5A}" type="pres">
      <dgm:prSet presAssocID="{0BD70DD3-32A9-40AC-AC97-6E0F80783197}" presName="node" presStyleLbl="node1" presStyleIdx="5" presStyleCnt="8" custLinFactX="40467" custLinFactNeighborX="100000" custLinFactNeighborY="1903">
        <dgm:presLayoutVars>
          <dgm:bulletEnabled val="1"/>
        </dgm:presLayoutVars>
      </dgm:prSet>
      <dgm:spPr/>
    </dgm:pt>
    <dgm:pt modelId="{94AC798D-C36C-444B-9E0E-27F53DBC3639}" type="pres">
      <dgm:prSet presAssocID="{299E795E-9B56-4491-AF0A-D97F93E2974C}" presName="sibTrans" presStyleLbl="sibTrans2D1" presStyleIdx="5" presStyleCnt="7"/>
      <dgm:spPr/>
    </dgm:pt>
    <dgm:pt modelId="{F45A1591-9A45-463B-A36C-37712BF00054}" type="pres">
      <dgm:prSet presAssocID="{299E795E-9B56-4491-AF0A-D97F93E2974C}" presName="connectorText" presStyleLbl="sibTrans2D1" presStyleIdx="5" presStyleCnt="7"/>
      <dgm:spPr/>
    </dgm:pt>
    <dgm:pt modelId="{B177A72B-4F31-454F-B031-E093C820F13B}" type="pres">
      <dgm:prSet presAssocID="{EFBF02DC-038E-4BE9-9FC0-AD68FBD3866E}" presName="node" presStyleLbl="node1" presStyleIdx="6" presStyleCnt="8" custLinFactY="-73414" custLinFactNeighborX="587" custLinFactNeighborY="-100000">
        <dgm:presLayoutVars>
          <dgm:bulletEnabled val="1"/>
        </dgm:presLayoutVars>
      </dgm:prSet>
      <dgm:spPr/>
    </dgm:pt>
    <dgm:pt modelId="{AA5C99A0-B02B-4EBE-BFB1-23A916A512C0}" type="pres">
      <dgm:prSet presAssocID="{77758153-C4EF-4DA1-9585-134CACB4B04F}" presName="sibTrans" presStyleLbl="sibTrans2D1" presStyleIdx="6" presStyleCnt="7"/>
      <dgm:spPr/>
    </dgm:pt>
    <dgm:pt modelId="{C9C405AE-9E10-4B8A-8DF7-79B1472857A4}" type="pres">
      <dgm:prSet presAssocID="{77758153-C4EF-4DA1-9585-134CACB4B04F}" presName="connectorText" presStyleLbl="sibTrans2D1" presStyleIdx="6" presStyleCnt="7"/>
      <dgm:spPr/>
    </dgm:pt>
    <dgm:pt modelId="{97CC4E1A-5F7D-4989-AF66-E744F14BA330}" type="pres">
      <dgm:prSet presAssocID="{2DCA2142-B587-4323-9C92-DE9008D5985A}" presName="node" presStyleLbl="node1" presStyleIdx="7" presStyleCnt="8" custLinFactX="-39293" custLinFactNeighborX="-100000" custLinFactNeighborY="-2747">
        <dgm:presLayoutVars>
          <dgm:bulletEnabled val="1"/>
        </dgm:presLayoutVars>
      </dgm:prSet>
      <dgm:spPr/>
    </dgm:pt>
  </dgm:ptLst>
  <dgm:cxnLst>
    <dgm:cxn modelId="{631BE203-3E15-4E46-95A5-086E2EA58D7F}" srcId="{890DD8B8-91E5-4214-B43C-293341583432}" destId="{F212F3E3-0180-42DD-AC12-F2225E310810}" srcOrd="3" destOrd="0" parTransId="{B970E72F-8AFC-4A60-AE96-4F0BBC1D99FD}" sibTransId="{06AED31E-7090-436F-8927-12908D253DF4}"/>
    <dgm:cxn modelId="{A049BD06-9665-4787-A91E-C7F708414F86}" type="presOf" srcId="{3C968567-971C-427F-BC59-E1B999DF175D}" destId="{F4AB0229-9673-4A4E-8AC9-4D042EFC71C8}" srcOrd="0" destOrd="0" presId="urn:microsoft.com/office/officeart/2005/8/layout/process5"/>
    <dgm:cxn modelId="{DA8BB10B-23AD-4D93-B9A3-F76FBF9A6552}" type="presOf" srcId="{06AED31E-7090-436F-8927-12908D253DF4}" destId="{244E588B-4DA2-49EE-965D-D5DA16002E26}" srcOrd="1" destOrd="0" presId="urn:microsoft.com/office/officeart/2005/8/layout/process5"/>
    <dgm:cxn modelId="{2A9C0C15-98F4-4145-AAAD-205D86786943}" type="presOf" srcId="{B676DF99-FBDB-43A7-8D6D-9DD27EF1C780}" destId="{63CF51B4-912E-49A0-8233-A0DC9B558A7D}" srcOrd="0" destOrd="0" presId="urn:microsoft.com/office/officeart/2005/8/layout/process5"/>
    <dgm:cxn modelId="{01ABBE27-D98C-4C37-A80A-ED08D5ED0965}" type="presOf" srcId="{890DD8B8-91E5-4214-B43C-293341583432}" destId="{2D6D3BC5-8B39-4183-9055-559BCB8D1851}" srcOrd="0" destOrd="0" presId="urn:microsoft.com/office/officeart/2005/8/layout/process5"/>
    <dgm:cxn modelId="{6ED8F233-FF03-4952-943F-8FD9173E57C1}" srcId="{890DD8B8-91E5-4214-B43C-293341583432}" destId="{B676DF99-FBDB-43A7-8D6D-9DD27EF1C780}" srcOrd="1" destOrd="0" parTransId="{839D2999-99AF-486F-9543-612D165ECA5C}" sibTransId="{3C968567-971C-427F-BC59-E1B999DF175D}"/>
    <dgm:cxn modelId="{B6F85437-68EA-4112-88F7-1FA9BFD72158}" type="presOf" srcId="{7D8ECC52-0C04-42FE-929A-7517041CF48F}" destId="{291E96F2-5E0C-44ED-9C28-6973E4354DF1}" srcOrd="0" destOrd="0" presId="urn:microsoft.com/office/officeart/2005/8/layout/process5"/>
    <dgm:cxn modelId="{A5ACC745-8778-466B-91E8-03BE3BF86277}" type="presOf" srcId="{06AED31E-7090-436F-8927-12908D253DF4}" destId="{0F658C70-52AE-48BC-96A0-1C60B05FB7D3}" srcOrd="0" destOrd="0" presId="urn:microsoft.com/office/officeart/2005/8/layout/process5"/>
    <dgm:cxn modelId="{05385767-E5D2-4D01-A71F-C6C620331C1E}" srcId="{890DD8B8-91E5-4214-B43C-293341583432}" destId="{EFBF02DC-038E-4BE9-9FC0-AD68FBD3866E}" srcOrd="6" destOrd="0" parTransId="{4021C222-B246-443A-8243-2B0BBFCCAA4A}" sibTransId="{77758153-C4EF-4DA1-9585-134CACB4B04F}"/>
    <dgm:cxn modelId="{D92AC151-5181-4A17-A874-92AC1EB90188}" type="presOf" srcId="{299E795E-9B56-4491-AF0A-D97F93E2974C}" destId="{F45A1591-9A45-463B-A36C-37712BF00054}" srcOrd="1" destOrd="0" presId="urn:microsoft.com/office/officeart/2005/8/layout/process5"/>
    <dgm:cxn modelId="{9F223F74-83A8-4E0E-A7CA-058552E72A03}" srcId="{890DD8B8-91E5-4214-B43C-293341583432}" destId="{E947AF9E-5B2E-4666-BB19-8C4EF96B76E4}" srcOrd="0" destOrd="0" parTransId="{B8CC04CA-0AAE-4C20-85FF-054E29E28AD8}" sibTransId="{7D8ECC52-0C04-42FE-929A-7517041CF48F}"/>
    <dgm:cxn modelId="{638D1259-9899-41E0-ABC9-A623EB80FF11}" type="presOf" srcId="{2DCA2142-B587-4323-9C92-DE9008D5985A}" destId="{97CC4E1A-5F7D-4989-AF66-E744F14BA330}" srcOrd="0" destOrd="0" presId="urn:microsoft.com/office/officeart/2005/8/layout/process5"/>
    <dgm:cxn modelId="{2A77357A-48E0-48E4-96C6-9A7FCAA8F1F6}" type="presOf" srcId="{E947AF9E-5B2E-4666-BB19-8C4EF96B76E4}" destId="{18495083-DE8D-4546-B6F5-9038DFA65474}" srcOrd="0" destOrd="0" presId="urn:microsoft.com/office/officeart/2005/8/layout/process5"/>
    <dgm:cxn modelId="{6F3BC27A-8FD0-4A86-AD3F-D73BAEEEF589}" type="presOf" srcId="{25643638-D0BC-4F95-9B5E-5C6654C705F4}" destId="{D960C305-4EAD-4A0F-B64F-F501203EB8BA}" srcOrd="1" destOrd="0" presId="urn:microsoft.com/office/officeart/2005/8/layout/process5"/>
    <dgm:cxn modelId="{DAB1E27C-8AC3-4DA1-ADFC-8C8BA36FF00D}" type="presOf" srcId="{77758153-C4EF-4DA1-9585-134CACB4B04F}" destId="{C9C405AE-9E10-4B8A-8DF7-79B1472857A4}" srcOrd="1" destOrd="0" presId="urn:microsoft.com/office/officeart/2005/8/layout/process5"/>
    <dgm:cxn modelId="{B0005E81-1DB6-45A8-A9F1-7B2409EE4D74}" srcId="{890DD8B8-91E5-4214-B43C-293341583432}" destId="{2DCA2142-B587-4323-9C92-DE9008D5985A}" srcOrd="7" destOrd="0" parTransId="{3E161ED1-86D0-4A9A-8BE4-A0A6A2D1BC62}" sibTransId="{D340CD00-702E-4E70-95F8-2CAE5BEB8429}"/>
    <dgm:cxn modelId="{787F6A97-1F83-42ED-A50E-8A470AB724C4}" type="presOf" srcId="{3C968567-971C-427F-BC59-E1B999DF175D}" destId="{949346C9-EC62-479D-8091-B17608171359}" srcOrd="1" destOrd="0" presId="urn:microsoft.com/office/officeart/2005/8/layout/process5"/>
    <dgm:cxn modelId="{C2BE3D9D-C8FA-4B39-A6CD-D392FB482803}" srcId="{890DD8B8-91E5-4214-B43C-293341583432}" destId="{33BD15D5-6B69-4F9B-87C7-B9FDA5B0E256}" srcOrd="2" destOrd="0" parTransId="{BBBA17DE-F1B3-4036-B016-E9E73F6F2F4D}" sibTransId="{25643638-D0BC-4F95-9B5E-5C6654C705F4}"/>
    <dgm:cxn modelId="{EFC9A4A0-A720-4D21-9DA0-2B3222614299}" type="presOf" srcId="{2994988E-AB37-4344-8B11-8636864F6055}" destId="{748CF3D4-4B5C-4966-B963-041EE8B7FC0C}" srcOrd="1" destOrd="0" presId="urn:microsoft.com/office/officeart/2005/8/layout/process5"/>
    <dgm:cxn modelId="{4ACB3CA4-548A-4E0D-9806-D9A98D4E3092}" type="presOf" srcId="{0BD70DD3-32A9-40AC-AC97-6E0F80783197}" destId="{DA096644-D03F-4F80-8734-544CC28DCD5A}" srcOrd="0" destOrd="0" presId="urn:microsoft.com/office/officeart/2005/8/layout/process5"/>
    <dgm:cxn modelId="{2B30FEBB-74BA-47E4-A956-9809C6BEA2BA}" type="presOf" srcId="{77758153-C4EF-4DA1-9585-134CACB4B04F}" destId="{AA5C99A0-B02B-4EBE-BFB1-23A916A512C0}" srcOrd="0" destOrd="0" presId="urn:microsoft.com/office/officeart/2005/8/layout/process5"/>
    <dgm:cxn modelId="{C989D9BF-CB28-4D4F-8B35-899AE3E41414}" srcId="{890DD8B8-91E5-4214-B43C-293341583432}" destId="{145DAB1B-193B-4E72-AD70-27432389BDA6}" srcOrd="4" destOrd="0" parTransId="{4CA00AE5-78FA-488A-9F34-9D5C88C92790}" sibTransId="{2994988E-AB37-4344-8B11-8636864F6055}"/>
    <dgm:cxn modelId="{361C80C1-58E9-4670-B039-01C767D96931}" type="presOf" srcId="{F212F3E3-0180-42DD-AC12-F2225E310810}" destId="{82F844ED-2243-44D5-B401-944944DDACFD}" srcOrd="0" destOrd="0" presId="urn:microsoft.com/office/officeart/2005/8/layout/process5"/>
    <dgm:cxn modelId="{D5CDE9CB-498B-49F5-B9DE-7BFAC6338581}" srcId="{890DD8B8-91E5-4214-B43C-293341583432}" destId="{0BD70DD3-32A9-40AC-AC97-6E0F80783197}" srcOrd="5" destOrd="0" parTransId="{508CBDCF-ED6C-40BB-874F-61693A8FB715}" sibTransId="{299E795E-9B56-4491-AF0A-D97F93E2974C}"/>
    <dgm:cxn modelId="{E612FFCD-C3A8-497C-97DA-B714014508CC}" type="presOf" srcId="{145DAB1B-193B-4E72-AD70-27432389BDA6}" destId="{6178747F-E404-4019-A2B9-1BC36288CA74}" srcOrd="0" destOrd="0" presId="urn:microsoft.com/office/officeart/2005/8/layout/process5"/>
    <dgm:cxn modelId="{962473D5-080D-440E-9472-BDA94C69BF65}" type="presOf" srcId="{EFBF02DC-038E-4BE9-9FC0-AD68FBD3866E}" destId="{B177A72B-4F31-454F-B031-E093C820F13B}" srcOrd="0" destOrd="0" presId="urn:microsoft.com/office/officeart/2005/8/layout/process5"/>
    <dgm:cxn modelId="{9D6752E1-E05B-405C-948C-5003464955A0}" type="presOf" srcId="{33BD15D5-6B69-4F9B-87C7-B9FDA5B0E256}" destId="{C2171F8B-5936-44A5-913B-1D752BFD277F}" srcOrd="0" destOrd="0" presId="urn:microsoft.com/office/officeart/2005/8/layout/process5"/>
    <dgm:cxn modelId="{12E647F3-C80B-47AD-8253-D6F70754B29D}" type="presOf" srcId="{299E795E-9B56-4491-AF0A-D97F93E2974C}" destId="{94AC798D-C36C-444B-9E0E-27F53DBC3639}" srcOrd="0" destOrd="0" presId="urn:microsoft.com/office/officeart/2005/8/layout/process5"/>
    <dgm:cxn modelId="{AFAC08F7-523F-472D-938A-5FBC2DB8A3B5}" type="presOf" srcId="{2994988E-AB37-4344-8B11-8636864F6055}" destId="{5EEF093E-5026-45E7-A66E-C2F0196705B9}" srcOrd="0" destOrd="0" presId="urn:microsoft.com/office/officeart/2005/8/layout/process5"/>
    <dgm:cxn modelId="{D68FFAFA-FDD6-40C1-9CF1-9D3D08AD65EC}" type="presOf" srcId="{25643638-D0BC-4F95-9B5E-5C6654C705F4}" destId="{E6B5B33F-05F9-47D1-A005-10E134172BC2}" srcOrd="0" destOrd="0" presId="urn:microsoft.com/office/officeart/2005/8/layout/process5"/>
    <dgm:cxn modelId="{3F3CE6FF-0E22-4584-9507-031ABFC72575}" type="presOf" srcId="{7D8ECC52-0C04-42FE-929A-7517041CF48F}" destId="{B05F71C9-09DD-44F8-9454-A88AFD08C844}" srcOrd="1" destOrd="0" presId="urn:microsoft.com/office/officeart/2005/8/layout/process5"/>
    <dgm:cxn modelId="{E2E92113-1B67-4BD2-941F-BF543BD97B22}" type="presParOf" srcId="{2D6D3BC5-8B39-4183-9055-559BCB8D1851}" destId="{18495083-DE8D-4546-B6F5-9038DFA65474}" srcOrd="0" destOrd="0" presId="urn:microsoft.com/office/officeart/2005/8/layout/process5"/>
    <dgm:cxn modelId="{B9C1D5C4-0F39-4574-8851-5605BBFEAC39}" type="presParOf" srcId="{2D6D3BC5-8B39-4183-9055-559BCB8D1851}" destId="{291E96F2-5E0C-44ED-9C28-6973E4354DF1}" srcOrd="1" destOrd="0" presId="urn:microsoft.com/office/officeart/2005/8/layout/process5"/>
    <dgm:cxn modelId="{730D8EAC-6207-4F40-94F3-95BA67E92F9A}" type="presParOf" srcId="{291E96F2-5E0C-44ED-9C28-6973E4354DF1}" destId="{B05F71C9-09DD-44F8-9454-A88AFD08C844}" srcOrd="0" destOrd="0" presId="urn:microsoft.com/office/officeart/2005/8/layout/process5"/>
    <dgm:cxn modelId="{FFD42050-F867-42C8-8D6A-AEC28C08FBA2}" type="presParOf" srcId="{2D6D3BC5-8B39-4183-9055-559BCB8D1851}" destId="{63CF51B4-912E-49A0-8233-A0DC9B558A7D}" srcOrd="2" destOrd="0" presId="urn:microsoft.com/office/officeart/2005/8/layout/process5"/>
    <dgm:cxn modelId="{D0612A73-1830-4BFB-B4A4-7B0FF9B5009C}" type="presParOf" srcId="{2D6D3BC5-8B39-4183-9055-559BCB8D1851}" destId="{F4AB0229-9673-4A4E-8AC9-4D042EFC71C8}" srcOrd="3" destOrd="0" presId="urn:microsoft.com/office/officeart/2005/8/layout/process5"/>
    <dgm:cxn modelId="{ED3ED5B3-7A1A-4B62-BB44-4AFCB3CB4888}" type="presParOf" srcId="{F4AB0229-9673-4A4E-8AC9-4D042EFC71C8}" destId="{949346C9-EC62-479D-8091-B17608171359}" srcOrd="0" destOrd="0" presId="urn:microsoft.com/office/officeart/2005/8/layout/process5"/>
    <dgm:cxn modelId="{9B8829CD-9228-4238-9F29-96BFBB655E64}" type="presParOf" srcId="{2D6D3BC5-8B39-4183-9055-559BCB8D1851}" destId="{C2171F8B-5936-44A5-913B-1D752BFD277F}" srcOrd="4" destOrd="0" presId="urn:microsoft.com/office/officeart/2005/8/layout/process5"/>
    <dgm:cxn modelId="{15C35ED1-8C12-4EAF-B28F-C5DF7ACE0A8A}" type="presParOf" srcId="{2D6D3BC5-8B39-4183-9055-559BCB8D1851}" destId="{E6B5B33F-05F9-47D1-A005-10E134172BC2}" srcOrd="5" destOrd="0" presId="urn:microsoft.com/office/officeart/2005/8/layout/process5"/>
    <dgm:cxn modelId="{41086B29-7545-457B-8673-D00D1EEEDF2A}" type="presParOf" srcId="{E6B5B33F-05F9-47D1-A005-10E134172BC2}" destId="{D960C305-4EAD-4A0F-B64F-F501203EB8BA}" srcOrd="0" destOrd="0" presId="urn:microsoft.com/office/officeart/2005/8/layout/process5"/>
    <dgm:cxn modelId="{C3BC0BA4-BE49-4E8F-A89B-204B7B848F06}" type="presParOf" srcId="{2D6D3BC5-8B39-4183-9055-559BCB8D1851}" destId="{82F844ED-2243-44D5-B401-944944DDACFD}" srcOrd="6" destOrd="0" presId="urn:microsoft.com/office/officeart/2005/8/layout/process5"/>
    <dgm:cxn modelId="{F37D7303-CEE2-4401-A81E-FF3CF6D2A34F}" type="presParOf" srcId="{2D6D3BC5-8B39-4183-9055-559BCB8D1851}" destId="{0F658C70-52AE-48BC-96A0-1C60B05FB7D3}" srcOrd="7" destOrd="0" presId="urn:microsoft.com/office/officeart/2005/8/layout/process5"/>
    <dgm:cxn modelId="{82E3F626-F21B-40B6-9419-C09C66F8D324}" type="presParOf" srcId="{0F658C70-52AE-48BC-96A0-1C60B05FB7D3}" destId="{244E588B-4DA2-49EE-965D-D5DA16002E26}" srcOrd="0" destOrd="0" presId="urn:microsoft.com/office/officeart/2005/8/layout/process5"/>
    <dgm:cxn modelId="{2F697671-B477-4C48-B1B9-B92AAD0E4805}" type="presParOf" srcId="{2D6D3BC5-8B39-4183-9055-559BCB8D1851}" destId="{6178747F-E404-4019-A2B9-1BC36288CA74}" srcOrd="8" destOrd="0" presId="urn:microsoft.com/office/officeart/2005/8/layout/process5"/>
    <dgm:cxn modelId="{B67532E6-B0C2-4B55-A0EC-448C37F31A21}" type="presParOf" srcId="{2D6D3BC5-8B39-4183-9055-559BCB8D1851}" destId="{5EEF093E-5026-45E7-A66E-C2F0196705B9}" srcOrd="9" destOrd="0" presId="urn:microsoft.com/office/officeart/2005/8/layout/process5"/>
    <dgm:cxn modelId="{73D0B110-2067-45B0-92EF-01CDFA14C973}" type="presParOf" srcId="{5EEF093E-5026-45E7-A66E-C2F0196705B9}" destId="{748CF3D4-4B5C-4966-B963-041EE8B7FC0C}" srcOrd="0" destOrd="0" presId="urn:microsoft.com/office/officeart/2005/8/layout/process5"/>
    <dgm:cxn modelId="{2B9099B9-FA5D-4ADD-8EE7-625A065F7F0C}" type="presParOf" srcId="{2D6D3BC5-8B39-4183-9055-559BCB8D1851}" destId="{DA096644-D03F-4F80-8734-544CC28DCD5A}" srcOrd="10" destOrd="0" presId="urn:microsoft.com/office/officeart/2005/8/layout/process5"/>
    <dgm:cxn modelId="{FC74AFA9-AB21-46E2-91FD-863DFBF2CF36}" type="presParOf" srcId="{2D6D3BC5-8B39-4183-9055-559BCB8D1851}" destId="{94AC798D-C36C-444B-9E0E-27F53DBC3639}" srcOrd="11" destOrd="0" presId="urn:microsoft.com/office/officeart/2005/8/layout/process5"/>
    <dgm:cxn modelId="{49C194FC-9E36-4DD4-B02E-29C74D7B0581}" type="presParOf" srcId="{94AC798D-C36C-444B-9E0E-27F53DBC3639}" destId="{F45A1591-9A45-463B-A36C-37712BF00054}" srcOrd="0" destOrd="0" presId="urn:microsoft.com/office/officeart/2005/8/layout/process5"/>
    <dgm:cxn modelId="{4334C9F0-30A5-409A-B195-02A6D3810416}" type="presParOf" srcId="{2D6D3BC5-8B39-4183-9055-559BCB8D1851}" destId="{B177A72B-4F31-454F-B031-E093C820F13B}" srcOrd="12" destOrd="0" presId="urn:microsoft.com/office/officeart/2005/8/layout/process5"/>
    <dgm:cxn modelId="{5FBB2C6C-3D17-4EBF-931E-4B5A67813A94}" type="presParOf" srcId="{2D6D3BC5-8B39-4183-9055-559BCB8D1851}" destId="{AA5C99A0-B02B-4EBE-BFB1-23A916A512C0}" srcOrd="13" destOrd="0" presId="urn:microsoft.com/office/officeart/2005/8/layout/process5"/>
    <dgm:cxn modelId="{52BD2334-ECE4-4EC4-A558-9BEEDF0AD7D5}" type="presParOf" srcId="{AA5C99A0-B02B-4EBE-BFB1-23A916A512C0}" destId="{C9C405AE-9E10-4B8A-8DF7-79B1472857A4}" srcOrd="0" destOrd="0" presId="urn:microsoft.com/office/officeart/2005/8/layout/process5"/>
    <dgm:cxn modelId="{632826D5-D74C-4CD0-BCBC-95B4999BE017}" type="presParOf" srcId="{2D6D3BC5-8B39-4183-9055-559BCB8D1851}" destId="{97CC4E1A-5F7D-4989-AF66-E744F14BA330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95083-DE8D-4546-B6F5-9038DFA65474}">
      <dsp:nvSpPr>
        <dsp:cNvPr id="0" name=""/>
        <dsp:cNvSpPr/>
      </dsp:nvSpPr>
      <dsp:spPr>
        <a:xfrm>
          <a:off x="545123" y="63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Raw Data import</a:t>
          </a:r>
        </a:p>
      </dsp:txBody>
      <dsp:txXfrm>
        <a:off x="572841" y="28355"/>
        <a:ext cx="1521823" cy="890919"/>
      </dsp:txXfrm>
    </dsp:sp>
    <dsp:sp modelId="{291E96F2-5E0C-44ED-9C28-6973E4354DF1}">
      <dsp:nvSpPr>
        <dsp:cNvPr id="0" name=""/>
        <dsp:cNvSpPr/>
      </dsp:nvSpPr>
      <dsp:spPr>
        <a:xfrm>
          <a:off x="2261181" y="278234"/>
          <a:ext cx="334379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261181" y="356466"/>
        <a:ext cx="234065" cy="234696"/>
      </dsp:txXfrm>
    </dsp:sp>
    <dsp:sp modelId="{63CF51B4-912E-49A0-8233-A0DC9B558A7D}">
      <dsp:nvSpPr>
        <dsp:cNvPr id="0" name=""/>
        <dsp:cNvSpPr/>
      </dsp:nvSpPr>
      <dsp:spPr>
        <a:xfrm>
          <a:off x="2753287" y="63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FIR BPF</a:t>
          </a:r>
        </a:p>
      </dsp:txBody>
      <dsp:txXfrm>
        <a:off x="2781005" y="28355"/>
        <a:ext cx="1521823" cy="890919"/>
      </dsp:txXfrm>
    </dsp:sp>
    <dsp:sp modelId="{F4AB0229-9673-4A4E-8AC9-4D042EFC71C8}">
      <dsp:nvSpPr>
        <dsp:cNvPr id="0" name=""/>
        <dsp:cNvSpPr/>
      </dsp:nvSpPr>
      <dsp:spPr>
        <a:xfrm rot="16212">
          <a:off x="4475794" y="283464"/>
          <a:ext cx="349923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475795" y="361448"/>
        <a:ext cx="244946" cy="234696"/>
      </dsp:txXfrm>
    </dsp:sp>
    <dsp:sp modelId="{C2171F8B-5936-44A5-913B-1D752BFD277F}">
      <dsp:nvSpPr>
        <dsp:cNvPr id="0" name=""/>
        <dsp:cNvSpPr/>
      </dsp:nvSpPr>
      <dsp:spPr>
        <a:xfrm>
          <a:off x="4990772" y="11188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CLEANLINE</a:t>
          </a:r>
        </a:p>
      </dsp:txBody>
      <dsp:txXfrm>
        <a:off x="5018490" y="38906"/>
        <a:ext cx="1521823" cy="890919"/>
      </dsp:txXfrm>
    </dsp:sp>
    <dsp:sp modelId="{E6B5B33F-05F9-47D1-A005-10E134172BC2}">
      <dsp:nvSpPr>
        <dsp:cNvPr id="0" name=""/>
        <dsp:cNvSpPr/>
      </dsp:nvSpPr>
      <dsp:spPr>
        <a:xfrm rot="5464331">
          <a:off x="5600493" y="1062835"/>
          <a:ext cx="328844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648490" y="1094001"/>
        <a:ext cx="234696" cy="230191"/>
      </dsp:txXfrm>
    </dsp:sp>
    <dsp:sp modelId="{82F844ED-2243-44D5-B401-944944DDACFD}">
      <dsp:nvSpPr>
        <dsp:cNvPr id="0" name=""/>
        <dsp:cNvSpPr/>
      </dsp:nvSpPr>
      <dsp:spPr>
        <a:xfrm>
          <a:off x="4961450" y="157789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COMMON AVERAGE REFERENCE</a:t>
          </a:r>
        </a:p>
      </dsp:txBody>
      <dsp:txXfrm>
        <a:off x="4989168" y="1605615"/>
        <a:ext cx="1521823" cy="890919"/>
      </dsp:txXfrm>
    </dsp:sp>
    <dsp:sp modelId="{0F658C70-52AE-48BC-96A0-1C60B05FB7D3}">
      <dsp:nvSpPr>
        <dsp:cNvPr id="0" name=""/>
        <dsp:cNvSpPr/>
      </dsp:nvSpPr>
      <dsp:spPr>
        <a:xfrm rot="10800000">
          <a:off x="4488272" y="1855494"/>
          <a:ext cx="334379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588586" y="1933726"/>
        <a:ext cx="234065" cy="234696"/>
      </dsp:txXfrm>
    </dsp:sp>
    <dsp:sp modelId="{6178747F-E404-4019-A2B9-1BC36288CA74}">
      <dsp:nvSpPr>
        <dsp:cNvPr id="0" name=""/>
        <dsp:cNvSpPr/>
      </dsp:nvSpPr>
      <dsp:spPr>
        <a:xfrm>
          <a:off x="2753287" y="157789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2781005" y="1605615"/>
        <a:ext cx="1521823" cy="890919"/>
      </dsp:txXfrm>
    </dsp:sp>
    <dsp:sp modelId="{5EEF093E-5026-45E7-A66E-C2F0196705B9}">
      <dsp:nvSpPr>
        <dsp:cNvPr id="0" name=""/>
        <dsp:cNvSpPr/>
      </dsp:nvSpPr>
      <dsp:spPr>
        <a:xfrm rot="14865317">
          <a:off x="3285501" y="1878424"/>
          <a:ext cx="531586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 rot="5400000">
        <a:off x="3456158" y="1921192"/>
        <a:ext cx="234696" cy="414238"/>
      </dsp:txXfrm>
    </dsp:sp>
    <dsp:sp modelId="{DA096644-D03F-4F80-8734-544CC28DCD5A}">
      <dsp:nvSpPr>
        <dsp:cNvPr id="0" name=""/>
        <dsp:cNvSpPr/>
      </dsp:nvSpPr>
      <dsp:spPr>
        <a:xfrm>
          <a:off x="2760652" y="1595906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INTERPOLATE LESS IMPORTANT NOISY CHANNEL</a:t>
          </a:r>
        </a:p>
      </dsp:txBody>
      <dsp:txXfrm>
        <a:off x="2788370" y="1623624"/>
        <a:ext cx="1521823" cy="890919"/>
      </dsp:txXfrm>
    </dsp:sp>
    <dsp:sp modelId="{94AC798D-C36C-444B-9E0E-27F53DBC3639}">
      <dsp:nvSpPr>
        <dsp:cNvPr id="0" name=""/>
        <dsp:cNvSpPr/>
      </dsp:nvSpPr>
      <dsp:spPr>
        <a:xfrm rot="10927498">
          <a:off x="2288779" y="1832922"/>
          <a:ext cx="333605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2388826" y="1913009"/>
        <a:ext cx="233524" cy="234696"/>
      </dsp:txXfrm>
    </dsp:sp>
    <dsp:sp modelId="{B177A72B-4F31-454F-B031-E093C820F13B}">
      <dsp:nvSpPr>
        <dsp:cNvPr id="0" name=""/>
        <dsp:cNvSpPr/>
      </dsp:nvSpPr>
      <dsp:spPr>
        <a:xfrm>
          <a:off x="554381" y="1514043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ASR REJECTION</a:t>
          </a:r>
        </a:p>
      </dsp:txBody>
      <dsp:txXfrm>
        <a:off x="582099" y="1541761"/>
        <a:ext cx="1521823" cy="890919"/>
      </dsp:txXfrm>
    </dsp:sp>
    <dsp:sp modelId="{AA5C99A0-B02B-4EBE-BFB1-23A916A512C0}">
      <dsp:nvSpPr>
        <dsp:cNvPr id="0" name=""/>
        <dsp:cNvSpPr/>
      </dsp:nvSpPr>
      <dsp:spPr>
        <a:xfrm rot="5395971">
          <a:off x="1166724" y="2589168"/>
          <a:ext cx="354443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1226535" y="2607527"/>
        <a:ext cx="234696" cy="248110"/>
      </dsp:txXfrm>
    </dsp:sp>
    <dsp:sp modelId="{97CC4E1A-5F7D-4989-AF66-E744F14BA330}">
      <dsp:nvSpPr>
        <dsp:cNvPr id="0" name=""/>
        <dsp:cNvSpPr/>
      </dsp:nvSpPr>
      <dsp:spPr>
        <a:xfrm>
          <a:off x="556274" y="3129160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ICA</a:t>
          </a:r>
        </a:p>
      </dsp:txBody>
      <dsp:txXfrm>
        <a:off x="583992" y="3156878"/>
        <a:ext cx="1521823" cy="890919"/>
      </dsp:txXfrm>
    </dsp:sp>
    <dsp:sp modelId="{6CB8E18D-C9DD-4670-82C5-1CEAC5C595D1}">
      <dsp:nvSpPr>
        <dsp:cNvPr id="0" name=""/>
        <dsp:cNvSpPr/>
      </dsp:nvSpPr>
      <dsp:spPr>
        <a:xfrm rot="29305">
          <a:off x="2675473" y="3419877"/>
          <a:ext cx="416720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675475" y="3497609"/>
        <a:ext cx="299372" cy="234696"/>
      </dsp:txXfrm>
    </dsp:sp>
    <dsp:sp modelId="{4E92A495-176D-4F6E-B38B-2CA159D7E2C1}">
      <dsp:nvSpPr>
        <dsp:cNvPr id="0" name=""/>
        <dsp:cNvSpPr/>
      </dsp:nvSpPr>
      <dsp:spPr>
        <a:xfrm>
          <a:off x="3680542" y="3155794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3708260" y="3183512"/>
        <a:ext cx="1521823" cy="890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95083-DE8D-4546-B6F5-9038DFA65474}">
      <dsp:nvSpPr>
        <dsp:cNvPr id="0" name=""/>
        <dsp:cNvSpPr/>
      </dsp:nvSpPr>
      <dsp:spPr>
        <a:xfrm>
          <a:off x="545123" y="63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Preprocessing </a:t>
          </a:r>
        </a:p>
      </dsp:txBody>
      <dsp:txXfrm>
        <a:off x="572841" y="28355"/>
        <a:ext cx="1521823" cy="890919"/>
      </dsp:txXfrm>
    </dsp:sp>
    <dsp:sp modelId="{291E96F2-5E0C-44ED-9C28-6973E4354DF1}">
      <dsp:nvSpPr>
        <dsp:cNvPr id="0" name=""/>
        <dsp:cNvSpPr/>
      </dsp:nvSpPr>
      <dsp:spPr>
        <a:xfrm>
          <a:off x="2261181" y="278234"/>
          <a:ext cx="334379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261181" y="356466"/>
        <a:ext cx="234065" cy="234696"/>
      </dsp:txXfrm>
    </dsp:sp>
    <dsp:sp modelId="{63CF51B4-912E-49A0-8233-A0DC9B558A7D}">
      <dsp:nvSpPr>
        <dsp:cNvPr id="0" name=""/>
        <dsp:cNvSpPr/>
      </dsp:nvSpPr>
      <dsp:spPr>
        <a:xfrm>
          <a:off x="2753287" y="63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Epoch Data</a:t>
          </a:r>
        </a:p>
      </dsp:txBody>
      <dsp:txXfrm>
        <a:off x="2781005" y="28355"/>
        <a:ext cx="1521823" cy="890919"/>
      </dsp:txXfrm>
    </dsp:sp>
    <dsp:sp modelId="{F4AB0229-9673-4A4E-8AC9-4D042EFC71C8}">
      <dsp:nvSpPr>
        <dsp:cNvPr id="0" name=""/>
        <dsp:cNvSpPr/>
      </dsp:nvSpPr>
      <dsp:spPr>
        <a:xfrm rot="16212">
          <a:off x="4475794" y="283464"/>
          <a:ext cx="349923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475795" y="361448"/>
        <a:ext cx="244946" cy="234696"/>
      </dsp:txXfrm>
    </dsp:sp>
    <dsp:sp modelId="{C2171F8B-5936-44A5-913B-1D752BFD277F}">
      <dsp:nvSpPr>
        <dsp:cNvPr id="0" name=""/>
        <dsp:cNvSpPr/>
      </dsp:nvSpPr>
      <dsp:spPr>
        <a:xfrm>
          <a:off x="4990772" y="11188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Transpose Data</a:t>
          </a:r>
        </a:p>
      </dsp:txBody>
      <dsp:txXfrm>
        <a:off x="5018490" y="38906"/>
        <a:ext cx="1521823" cy="890919"/>
      </dsp:txXfrm>
    </dsp:sp>
    <dsp:sp modelId="{E6B5B33F-05F9-47D1-A005-10E134172BC2}">
      <dsp:nvSpPr>
        <dsp:cNvPr id="0" name=""/>
        <dsp:cNvSpPr/>
      </dsp:nvSpPr>
      <dsp:spPr>
        <a:xfrm rot="5464331">
          <a:off x="5600493" y="1062835"/>
          <a:ext cx="328844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648490" y="1094001"/>
        <a:ext cx="234696" cy="230191"/>
      </dsp:txXfrm>
    </dsp:sp>
    <dsp:sp modelId="{82F844ED-2243-44D5-B401-944944DDACFD}">
      <dsp:nvSpPr>
        <dsp:cNvPr id="0" name=""/>
        <dsp:cNvSpPr/>
      </dsp:nvSpPr>
      <dsp:spPr>
        <a:xfrm>
          <a:off x="4961450" y="157789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Feature Extraction for each band of each channel</a:t>
          </a:r>
        </a:p>
      </dsp:txBody>
      <dsp:txXfrm>
        <a:off x="4989168" y="1605615"/>
        <a:ext cx="1521823" cy="890919"/>
      </dsp:txXfrm>
    </dsp:sp>
    <dsp:sp modelId="{0F658C70-52AE-48BC-96A0-1C60B05FB7D3}">
      <dsp:nvSpPr>
        <dsp:cNvPr id="0" name=""/>
        <dsp:cNvSpPr/>
      </dsp:nvSpPr>
      <dsp:spPr>
        <a:xfrm rot="10800000">
          <a:off x="4488272" y="1855494"/>
          <a:ext cx="334379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588586" y="1933726"/>
        <a:ext cx="234065" cy="234696"/>
      </dsp:txXfrm>
    </dsp:sp>
    <dsp:sp modelId="{6178747F-E404-4019-A2B9-1BC36288CA74}">
      <dsp:nvSpPr>
        <dsp:cNvPr id="0" name=""/>
        <dsp:cNvSpPr/>
      </dsp:nvSpPr>
      <dsp:spPr>
        <a:xfrm>
          <a:off x="2753287" y="1577897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2781005" y="1605615"/>
        <a:ext cx="1521823" cy="890919"/>
      </dsp:txXfrm>
    </dsp:sp>
    <dsp:sp modelId="{5EEF093E-5026-45E7-A66E-C2F0196705B9}">
      <dsp:nvSpPr>
        <dsp:cNvPr id="0" name=""/>
        <dsp:cNvSpPr/>
      </dsp:nvSpPr>
      <dsp:spPr>
        <a:xfrm rot="14865317">
          <a:off x="3285501" y="1878424"/>
          <a:ext cx="531586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 rot="5400000">
        <a:off x="3456158" y="1921192"/>
        <a:ext cx="234696" cy="414238"/>
      </dsp:txXfrm>
    </dsp:sp>
    <dsp:sp modelId="{DA096644-D03F-4F80-8734-544CC28DCD5A}">
      <dsp:nvSpPr>
        <dsp:cNvPr id="0" name=""/>
        <dsp:cNvSpPr/>
      </dsp:nvSpPr>
      <dsp:spPr>
        <a:xfrm>
          <a:off x="2760652" y="1595906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Create Feature Matrices Csv</a:t>
          </a:r>
        </a:p>
      </dsp:txBody>
      <dsp:txXfrm>
        <a:off x="2788370" y="1623624"/>
        <a:ext cx="1521823" cy="890919"/>
      </dsp:txXfrm>
    </dsp:sp>
    <dsp:sp modelId="{94AC798D-C36C-444B-9E0E-27F53DBC3639}">
      <dsp:nvSpPr>
        <dsp:cNvPr id="0" name=""/>
        <dsp:cNvSpPr/>
      </dsp:nvSpPr>
      <dsp:spPr>
        <a:xfrm rot="10927498">
          <a:off x="2288779" y="1832922"/>
          <a:ext cx="333605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2388826" y="1913009"/>
        <a:ext cx="233524" cy="234696"/>
      </dsp:txXfrm>
    </dsp:sp>
    <dsp:sp modelId="{B177A72B-4F31-454F-B031-E093C820F13B}">
      <dsp:nvSpPr>
        <dsp:cNvPr id="0" name=""/>
        <dsp:cNvSpPr/>
      </dsp:nvSpPr>
      <dsp:spPr>
        <a:xfrm>
          <a:off x="554381" y="1514043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Perform Classifier</a:t>
          </a:r>
        </a:p>
      </dsp:txBody>
      <dsp:txXfrm>
        <a:off x="582099" y="1541761"/>
        <a:ext cx="1521823" cy="890919"/>
      </dsp:txXfrm>
    </dsp:sp>
    <dsp:sp modelId="{AA5C99A0-B02B-4EBE-BFB1-23A916A512C0}">
      <dsp:nvSpPr>
        <dsp:cNvPr id="0" name=""/>
        <dsp:cNvSpPr/>
      </dsp:nvSpPr>
      <dsp:spPr>
        <a:xfrm rot="5395971">
          <a:off x="1166724" y="2589168"/>
          <a:ext cx="354443" cy="39116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1226535" y="2607527"/>
        <a:ext cx="234696" cy="248110"/>
      </dsp:txXfrm>
    </dsp:sp>
    <dsp:sp modelId="{97CC4E1A-5F7D-4989-AF66-E744F14BA330}">
      <dsp:nvSpPr>
        <dsp:cNvPr id="0" name=""/>
        <dsp:cNvSpPr/>
      </dsp:nvSpPr>
      <dsp:spPr>
        <a:xfrm>
          <a:off x="556274" y="3129160"/>
          <a:ext cx="1577259" cy="9463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Performance Analysis</a:t>
          </a:r>
        </a:p>
      </dsp:txBody>
      <dsp:txXfrm>
        <a:off x="583992" y="3156878"/>
        <a:ext cx="1521823" cy="890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95083-DE8D-4546-B6F5-9038DFA65474}">
      <dsp:nvSpPr>
        <dsp:cNvPr id="0" name=""/>
        <dsp:cNvSpPr/>
      </dsp:nvSpPr>
      <dsp:spPr>
        <a:xfrm>
          <a:off x="734216" y="562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Preprocessing </a:t>
          </a:r>
        </a:p>
      </dsp:txBody>
      <dsp:txXfrm>
        <a:off x="762977" y="29323"/>
        <a:ext cx="1579076" cy="924436"/>
      </dsp:txXfrm>
    </dsp:sp>
    <dsp:sp modelId="{291E96F2-5E0C-44ED-9C28-6973E4354DF1}">
      <dsp:nvSpPr>
        <dsp:cNvPr id="0" name=""/>
        <dsp:cNvSpPr/>
      </dsp:nvSpPr>
      <dsp:spPr>
        <a:xfrm>
          <a:off x="2514835" y="288603"/>
          <a:ext cx="346958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514835" y="369778"/>
        <a:ext cx="242871" cy="243526"/>
      </dsp:txXfrm>
    </dsp:sp>
    <dsp:sp modelId="{63CF51B4-912E-49A0-8233-A0DC9B558A7D}">
      <dsp:nvSpPr>
        <dsp:cNvPr id="0" name=""/>
        <dsp:cNvSpPr/>
      </dsp:nvSpPr>
      <dsp:spPr>
        <a:xfrm>
          <a:off x="3025454" y="562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Segment Data by 10</a:t>
          </a:r>
        </a:p>
      </dsp:txBody>
      <dsp:txXfrm>
        <a:off x="3054215" y="29323"/>
        <a:ext cx="1579076" cy="924436"/>
      </dsp:txXfrm>
    </dsp:sp>
    <dsp:sp modelId="{F4AB0229-9673-4A4E-8AC9-4D042EFC71C8}">
      <dsp:nvSpPr>
        <dsp:cNvPr id="0" name=""/>
        <dsp:cNvSpPr/>
      </dsp:nvSpPr>
      <dsp:spPr>
        <a:xfrm rot="16212">
          <a:off x="4812764" y="294029"/>
          <a:ext cx="363087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812765" y="374947"/>
        <a:ext cx="254161" cy="243526"/>
      </dsp:txXfrm>
    </dsp:sp>
    <dsp:sp modelId="{C2171F8B-5936-44A5-913B-1D752BFD277F}">
      <dsp:nvSpPr>
        <dsp:cNvPr id="0" name=""/>
        <dsp:cNvSpPr/>
      </dsp:nvSpPr>
      <dsp:spPr>
        <a:xfrm>
          <a:off x="5347116" y="11511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Transpose Data</a:t>
          </a:r>
        </a:p>
      </dsp:txBody>
      <dsp:txXfrm>
        <a:off x="5375877" y="40272"/>
        <a:ext cx="1579076" cy="924436"/>
      </dsp:txXfrm>
    </dsp:sp>
    <dsp:sp modelId="{E6B5B33F-05F9-47D1-A005-10E134172BC2}">
      <dsp:nvSpPr>
        <dsp:cNvPr id="0" name=""/>
        <dsp:cNvSpPr/>
      </dsp:nvSpPr>
      <dsp:spPr>
        <a:xfrm rot="5464331">
          <a:off x="5979775" y="1102721"/>
          <a:ext cx="341215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6029578" y="1135060"/>
        <a:ext cx="243526" cy="238851"/>
      </dsp:txXfrm>
    </dsp:sp>
    <dsp:sp modelId="{82F844ED-2243-44D5-B401-944944DDACFD}">
      <dsp:nvSpPr>
        <dsp:cNvPr id="0" name=""/>
        <dsp:cNvSpPr/>
      </dsp:nvSpPr>
      <dsp:spPr>
        <a:xfrm>
          <a:off x="5316691" y="1637160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Feature Extraction for each band of each channel</a:t>
          </a:r>
        </a:p>
      </dsp:txBody>
      <dsp:txXfrm>
        <a:off x="5345452" y="1665921"/>
        <a:ext cx="1579076" cy="924436"/>
      </dsp:txXfrm>
    </dsp:sp>
    <dsp:sp modelId="{0F658C70-52AE-48BC-96A0-1C60B05FB7D3}">
      <dsp:nvSpPr>
        <dsp:cNvPr id="0" name=""/>
        <dsp:cNvSpPr/>
      </dsp:nvSpPr>
      <dsp:spPr>
        <a:xfrm rot="10800000">
          <a:off x="4825712" y="1925201"/>
          <a:ext cx="346958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4929799" y="2006376"/>
        <a:ext cx="242871" cy="243526"/>
      </dsp:txXfrm>
    </dsp:sp>
    <dsp:sp modelId="{6178747F-E404-4019-A2B9-1BC36288CA74}">
      <dsp:nvSpPr>
        <dsp:cNvPr id="0" name=""/>
        <dsp:cNvSpPr/>
      </dsp:nvSpPr>
      <dsp:spPr>
        <a:xfrm>
          <a:off x="3025454" y="1637160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200" kern="1200"/>
        </a:p>
      </dsp:txBody>
      <dsp:txXfrm>
        <a:off x="3054215" y="1665921"/>
        <a:ext cx="1579076" cy="924436"/>
      </dsp:txXfrm>
    </dsp:sp>
    <dsp:sp modelId="{5EEF093E-5026-45E7-A66E-C2F0196705B9}">
      <dsp:nvSpPr>
        <dsp:cNvPr id="0" name=""/>
        <dsp:cNvSpPr/>
      </dsp:nvSpPr>
      <dsp:spPr>
        <a:xfrm rot="14865317">
          <a:off x="3577691" y="1948994"/>
          <a:ext cx="551585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5400000">
        <a:off x="3754768" y="1993371"/>
        <a:ext cx="243526" cy="429822"/>
      </dsp:txXfrm>
    </dsp:sp>
    <dsp:sp modelId="{DA096644-D03F-4F80-8734-544CC28DCD5A}">
      <dsp:nvSpPr>
        <dsp:cNvPr id="0" name=""/>
        <dsp:cNvSpPr/>
      </dsp:nvSpPr>
      <dsp:spPr>
        <a:xfrm>
          <a:off x="3033097" y="1655847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Create Feature Matrices Csv</a:t>
          </a:r>
        </a:p>
      </dsp:txBody>
      <dsp:txXfrm>
        <a:off x="3061858" y="1684608"/>
        <a:ext cx="1579076" cy="924436"/>
      </dsp:txXfrm>
    </dsp:sp>
    <dsp:sp modelId="{94AC798D-C36C-444B-9E0E-27F53DBC3639}">
      <dsp:nvSpPr>
        <dsp:cNvPr id="0" name=""/>
        <dsp:cNvSpPr/>
      </dsp:nvSpPr>
      <dsp:spPr>
        <a:xfrm rot="10927498">
          <a:off x="2543471" y="1901780"/>
          <a:ext cx="346155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2647281" y="1984880"/>
        <a:ext cx="242309" cy="243526"/>
      </dsp:txXfrm>
    </dsp:sp>
    <dsp:sp modelId="{B177A72B-4F31-454F-B031-E093C820F13B}">
      <dsp:nvSpPr>
        <dsp:cNvPr id="0" name=""/>
        <dsp:cNvSpPr/>
      </dsp:nvSpPr>
      <dsp:spPr>
        <a:xfrm>
          <a:off x="743823" y="1570904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Perform Classifier</a:t>
          </a:r>
        </a:p>
      </dsp:txBody>
      <dsp:txXfrm>
        <a:off x="772584" y="1599665"/>
        <a:ext cx="1579076" cy="924436"/>
      </dsp:txXfrm>
    </dsp:sp>
    <dsp:sp modelId="{AA5C99A0-B02B-4EBE-BFB1-23A916A512C0}">
      <dsp:nvSpPr>
        <dsp:cNvPr id="0" name=""/>
        <dsp:cNvSpPr/>
      </dsp:nvSpPr>
      <dsp:spPr>
        <a:xfrm rot="5395971">
          <a:off x="1379203" y="2686476"/>
          <a:ext cx="367778" cy="40587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1441264" y="2705526"/>
        <a:ext cx="243526" cy="257445"/>
      </dsp:txXfrm>
    </dsp:sp>
    <dsp:sp modelId="{97CC4E1A-5F7D-4989-AF66-E744F14BA330}">
      <dsp:nvSpPr>
        <dsp:cNvPr id="0" name=""/>
        <dsp:cNvSpPr/>
      </dsp:nvSpPr>
      <dsp:spPr>
        <a:xfrm>
          <a:off x="745787" y="3246784"/>
          <a:ext cx="1636598" cy="981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Performance Analysis</a:t>
          </a:r>
        </a:p>
      </dsp:txBody>
      <dsp:txXfrm>
        <a:off x="774548" y="3275545"/>
        <a:ext cx="1579076" cy="924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BA8A9E-EFFD-4368-29D5-A079A98378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9B765-2BE4-065F-9ADF-C47517B480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763D5B52-E37D-432A-B9CF-EA896053F460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964A8-1A34-B90C-9CD7-FB369F130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487B06-B468-1725-9818-BF710AA6E7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69E4209-EDD4-44D3-BF1C-064E773EA9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011872-5ABD-04CB-AE0D-903EC084A7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57CCD-0583-BA96-8EC6-2A39CA869E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E52C1448-7CE6-4B71-92AC-D63120DF9DA6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9BC611-DD2E-9892-3D32-D741C3860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7E33A7-D6CE-6423-0E8F-A3A0C771E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3AF15-26C7-049D-4348-E63DE1A6F5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7FD32-8207-5A1A-B3F0-3B56067A1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E6835C-A1C2-4F50-9990-FA1500615B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8A3A28D7-E232-0340-9F9F-DB5908D4D3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30EC54DB-E215-C486-8392-B47E89F710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06F81D79-7BD4-4BE3-FACC-7575045E6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7BA2C9-9CBF-42FF-B7EB-A870A573EEC2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30C52FA5-7214-C432-20A4-6D52CA5962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94724-A4CE-89CD-2970-90A94E3C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9340-7214-4654-9A5E-D1A337E07F1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2F775-3D1E-848E-0132-9D3F9E58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51F57-FD81-5781-8122-2E50BF13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00245-1F17-4AB1-AC07-42181C047F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040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F4C88-B9FA-F1DC-2EED-6127462A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220CF-988E-47B2-957E-54686C34A05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0BC6C-1CF3-1D78-97C7-81C1E14F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92F42-AD03-397F-D8AD-CB826E9F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284BA-2CF2-4A6E-8032-1C3B71BB84AE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F7CF40-2199-4F03-BDEC-02B13D788A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76176" y="44451"/>
            <a:ext cx="967824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8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3FB21-D738-92F8-590F-A8BAF9F0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AB741-D27E-4E73-9298-7D1B949A419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6A026-3E28-499E-248C-F661A6C4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AAC92-8176-9250-35AB-DE92D25B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484E1-460A-4FAA-B6A7-5025708E51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0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20E46C-B1E0-24EA-2E3B-58B7B3A0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9DDBE-918F-4A4B-AA27-034DD5D55A47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3C6CEF-9BF6-3BE1-34B3-55F754D5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CE6437-2B9D-8640-5735-6C6A34B2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96535-6CD2-4B50-ABB9-95961F1C54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31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F81C1F-6BCC-0780-ACB1-DC5E9DA9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3C7AF-945F-42C0-8031-A5DBCB2135F8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493AB93-6441-FB88-AEBA-A2842370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699DEC-9FC9-F749-7645-F2C7B479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50010-A940-4597-BA14-2894BE3072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34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83816A8-9219-2253-9DA3-A10A4E60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AC629-DF4F-4729-A31D-1EFF5876DE60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24D1126-4145-D44C-1697-A24AC1DE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127881-CA9F-16B9-80E3-9EBB0DB0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96606-FC86-4967-AA04-A42D2E485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613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2FE84EA-B866-02D6-1C2A-CDF9E0FF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09423-C576-404A-B602-2D7D1589195F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702E7CA-AB2C-9BDC-A6D9-8117591E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8780D86-042B-7F48-744F-D83D969E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DEF64-A30D-4742-9B6A-C7EA7E6A6F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91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E8F50E-FBF9-6C33-5F96-AD7155A6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F72D5-36A2-4C01-9904-B6474D6A9538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A36D9B-A756-71B9-7CED-56DA7564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C002FF-AACA-41D1-4AB3-E20F7088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80986-F38F-4C54-B11E-921C4769B9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4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D0BB13-991A-23EB-2114-106B2C28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DCCBE-353F-4D0F-B519-748DBBC2886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DECA1EC-D7F3-6CAF-F3B1-3AD91A91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7673D-F957-3919-71C4-65868FDB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D2A76-F4F0-4421-869A-4EC77D414F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10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2A198-7C3D-D4DB-2265-57680553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3E481-B107-4F80-AA33-242188ED4255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8455-274E-940F-8FAD-6CD82C7E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93031-B694-84FE-5C1C-D8C1B71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01379-B858-4563-A5B2-5F43483116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22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7FB6-8EBC-BF04-1776-E8D6FD3E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049-8F9E-4FB6-BFC9-D2283CF3E76C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A0E7E-0F88-5FAE-6527-E364DC80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C05C9-D5BF-A150-A9DA-6EB2E490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F7978-23AD-4159-BC84-0B982305EA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12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51DB7F3-9F84-D0BC-3C0B-8F6EE94B4A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918A9C5-C646-BE52-95B4-81F1E0A27D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38D53-9DC1-C22F-5DC6-D2B354EA1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1EBF0EC-DEE9-40E7-9F01-828CA71E6B8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7A8E-A803-9980-FCEA-EE2C39CA6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EE42-FDC5-F7FE-D0A6-487850844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100346E-3F16-4EA5-B2E4-A1A28074E4D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9866E71E-DC0C-4AE4-BB0C-3D4A61A3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457200"/>
            <a:ext cx="76200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of Different Pre-processing Pipelines for EEG-based Preference Prediction in Neuromarketing</a:t>
            </a:r>
            <a:endParaRPr lang="en-US" alt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Content Placeholder 8">
            <a:extLst>
              <a:ext uri="{FF2B5EF4-FFF2-40B4-BE49-F238E27FC236}">
                <a16:creationId xmlns:a16="http://schemas.microsoft.com/office/drawing/2014/main" id="{59FCACAC-9F2B-06BB-D9F9-00AE02C3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012951"/>
            <a:ext cx="8458200" cy="4525963"/>
          </a:xfrm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BY 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b="1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b="1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name: </a:t>
            </a:r>
            <a:r>
              <a:rPr lang="en-US" altLang="en-US" sz="18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Ummul</a:t>
            </a: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Kainatt Neha</a:t>
            </a: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                   Student name : </a:t>
            </a:r>
            <a:r>
              <a:rPr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Md Ebrahim</a:t>
            </a:r>
            <a:endParaRPr lang="en-US" alt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 no</a:t>
            </a:r>
            <a:r>
              <a:rPr lang="en-US" alt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1911008                                                   </a:t>
            </a: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 no. </a:t>
            </a:r>
            <a:r>
              <a:rPr lang="en-US" altLang="en-US" sz="18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1911006</a:t>
            </a:r>
            <a:endParaRPr lang="en-US" alt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000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2000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000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SUBMITTED TO</a:t>
            </a:r>
          </a:p>
          <a:p>
            <a:pPr eaLnBrk="1" hangingPunct="1"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Md Fazlul Karim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Khondakar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Assistant Professor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Department of Biomedical Engineering, CUET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52" name="Slide Number Placeholder 4">
            <a:extLst>
              <a:ext uri="{FF2B5EF4-FFF2-40B4-BE49-F238E27FC236}">
                <a16:creationId xmlns:a16="http://schemas.microsoft.com/office/drawing/2014/main" id="{142784AA-E929-F3B7-6939-0ADADD54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60C3B-9EE4-E1FA-15BB-C414B78D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BME, CUET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B3F10-D45E-4893-B425-1BCE3292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8B7FB2-A855-44E4-9753-ED60CC5B27E0}" type="datetime1">
              <a:rPr lang="en-US" smtClean="0"/>
              <a:t>3/30/2026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9EA3C502-DB41-6FE2-F085-EB993160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8575"/>
            <a:ext cx="8229600" cy="1143000"/>
          </a:xfrm>
        </p:spPr>
        <p:txBody>
          <a:bodyPr/>
          <a:lstStyle/>
          <a:p>
            <a:pPr eaLnBrk="1" hangingPunct="1"/>
            <a:r>
              <a:rPr lang="it-IT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4C442-5034-7F78-1A36-D858F9C2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2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  <a:endParaRPr lang="en-US" dirty="0"/>
          </a:p>
        </p:txBody>
      </p:sp>
      <p:sp>
        <p:nvSpPr>
          <p:cNvPr id="3077" name="Slide Number Placeholder 4">
            <a:extLst>
              <a:ext uri="{FF2B5EF4-FFF2-40B4-BE49-F238E27FC236}">
                <a16:creationId xmlns:a16="http://schemas.microsoft.com/office/drawing/2014/main" id="{4EE28053-016A-4FAA-99BB-B0072AFA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0EE8B-0A1D-47FF-A0F3-8DC3C4CC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2B93E4-73A5-48A9-BED8-37B945A819F4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D9E61-AC7C-4996-BDFD-5517384C2F55}"/>
              </a:ext>
            </a:extLst>
          </p:cNvPr>
          <p:cNvSpPr txBox="1"/>
          <p:nvPr/>
        </p:nvSpPr>
        <p:spPr>
          <a:xfrm>
            <a:off x="1066800" y="1371600"/>
            <a:ext cx="670560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9EA3C502-DB41-6FE2-F085-EB993160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7EC1DAD1-773E-BED7-FAF0-9AB53E28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0389"/>
            <a:ext cx="8305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compare EEG pre-processing pipelines to enhance classification accuracy in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EEG-based preference prediction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neuromarketing applications.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consumer preferences by classifying individual responses into two categories: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(Label 1)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Dislike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(Label 0)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 https://doi.org/10.1109/PuneCon58714.2023.10450086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4C442-5034-7F78-1A36-D858F9C2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2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  <a:endParaRPr lang="en-US" dirty="0"/>
          </a:p>
        </p:txBody>
      </p:sp>
      <p:sp>
        <p:nvSpPr>
          <p:cNvPr id="3077" name="Slide Number Placeholder 4">
            <a:extLst>
              <a:ext uri="{FF2B5EF4-FFF2-40B4-BE49-F238E27FC236}">
                <a16:creationId xmlns:a16="http://schemas.microsoft.com/office/drawing/2014/main" id="{4EE28053-016A-4FAA-99BB-B0072AFA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52D70-12FA-4C47-BE5F-547CB56A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3F394D-9621-4AB6-B380-1C28BAABE244}" type="datetime1">
              <a:rPr lang="en-US" smtClean="0"/>
              <a:t>3/30/2026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3955A84-A8FE-7873-1EDE-211F1FCC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A0B2A-C8A6-64EF-C9F4-2CFF53B0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D30601F7-938E-AAA1-44CB-A76A281A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0A587-7F11-4042-BC07-0220E467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EC9A6-9AB3-429B-AD64-20049B173E33}" type="datetime1">
              <a:rPr lang="en-US" smtClean="0"/>
              <a:t>3/30/2026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FD069A6-58A9-35C8-F8C4-913B1D55FD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510602"/>
              </p:ext>
            </p:extLst>
          </p:nvPr>
        </p:nvGraphicFramePr>
        <p:xfrm>
          <a:off x="762000" y="1676400"/>
          <a:ext cx="7083834" cy="410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BDC3DC-C087-E62D-D1D3-9E3D1947E47D}"/>
              </a:ext>
            </a:extLst>
          </p:cNvPr>
          <p:cNvSpPr txBox="1"/>
          <p:nvPr/>
        </p:nvSpPr>
        <p:spPr>
          <a:xfrm>
            <a:off x="4572000" y="4947553"/>
            <a:ext cx="190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PROCESSED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507F0-406E-83D2-E6F9-223D3F161FC8}"/>
              </a:ext>
            </a:extLst>
          </p:cNvPr>
          <p:cNvSpPr txBox="1"/>
          <p:nvPr/>
        </p:nvSpPr>
        <p:spPr>
          <a:xfrm>
            <a:off x="2794970" y="6029440"/>
            <a:ext cx="4243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Fig 01: PRE PROCESSED DATA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CA865-07CD-23EF-07F8-8016F360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8196" name="Slide Number Placeholder 4">
            <a:extLst>
              <a:ext uri="{FF2B5EF4-FFF2-40B4-BE49-F238E27FC236}">
                <a16:creationId xmlns:a16="http://schemas.microsoft.com/office/drawing/2014/main" id="{D63CF6E9-655A-F13F-DD2A-BD9D2A49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1747B-E8F6-4DAC-AF4B-B70D8540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269165-2CEB-418E-A1A8-06BF1223F8F7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197557-2C3D-44A6-8085-843530AE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BF2AF-19F1-4771-AC9F-D88ABA1E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4" y="1704195"/>
            <a:ext cx="8546272" cy="968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BCEE47-329D-44F3-BC0D-D3BD75541518}"/>
              </a:ext>
            </a:extLst>
          </p:cNvPr>
          <p:cNvSpPr txBox="1"/>
          <p:nvPr/>
        </p:nvSpPr>
        <p:spPr>
          <a:xfrm>
            <a:off x="3021634" y="2838881"/>
            <a:ext cx="4572000" cy="35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Fig 02: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Raw Data of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Cz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Channel</a:t>
            </a:r>
            <a:endParaRPr lang="en-US" sz="1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AFC314-04CE-4F58-A896-842853F3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4" y="4104255"/>
            <a:ext cx="8387936" cy="8198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4CFE92-64C2-4FA8-B9FE-40DF8590A76F}"/>
              </a:ext>
            </a:extLst>
          </p:cNvPr>
          <p:cNvSpPr txBox="1"/>
          <p:nvPr/>
        </p:nvSpPr>
        <p:spPr>
          <a:xfrm>
            <a:off x="2743200" y="50862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Aptos"/>
              </a:rPr>
              <a:t>Fig 03: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/>
              </a:rPr>
              <a:t>Preprocessed Data of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/>
              </a:rPr>
              <a:t>Cz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/>
              </a:rPr>
              <a:t> Channel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881A-6033-0668-FFB4-8973BFDA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74080"/>
            <a:ext cx="8229600" cy="114300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B1682-6D8F-14E5-17CD-F8C32C9D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5220CF-988E-47B2-957E-54686C34A05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33342-B062-51D2-D21F-AA2FCA8FE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43A94-8E79-D735-BA22-30CDBD2D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84BA-2CF2-4A6E-8032-1C3B71BB84AE}" type="slidenum">
              <a:rPr lang="en-US" altLang="en-US" smtClean="0"/>
              <a:pPr/>
              <a:t>6</a:t>
            </a:fld>
            <a:endParaRPr lang="en-US" alt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513DA44-A4B6-5877-D2D0-F2CA4D0547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459350"/>
              </p:ext>
            </p:extLst>
          </p:nvPr>
        </p:nvGraphicFramePr>
        <p:xfrm>
          <a:off x="914400" y="1752600"/>
          <a:ext cx="7083834" cy="410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CDE798-CAD7-153C-3DF5-F59FEFC34E30}"/>
              </a:ext>
            </a:extLst>
          </p:cNvPr>
          <p:cNvSpPr txBox="1"/>
          <p:nvPr/>
        </p:nvSpPr>
        <p:spPr>
          <a:xfrm>
            <a:off x="3532021" y="5454640"/>
            <a:ext cx="4443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Fig 04: Proposed Methodology - 01</a:t>
            </a:r>
          </a:p>
        </p:txBody>
      </p:sp>
    </p:spTree>
    <p:extLst>
      <p:ext uri="{BB962C8B-B14F-4D97-AF65-F5344CB8AC3E}">
        <p14:creationId xmlns:p14="http://schemas.microsoft.com/office/powerpoint/2010/main" val="111096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11DF-2F12-2864-0C11-42E79688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4400" b="1" dirty="0"/>
              <a:t>Performance Analysis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1C15B-8840-C0A3-789F-F59CBE1C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5220CF-988E-47B2-957E-54686C34A05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CFE52-A25A-9072-E07F-BCF839E0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30667-3D00-1E41-C401-D5275246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84BA-2CF2-4A6E-8032-1C3B71BB84AE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D338F-C83A-1233-716F-DBE34481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586" y="1447800"/>
            <a:ext cx="5100828" cy="3109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4364E7-2A65-FA2C-B151-ABE375876C60}"/>
              </a:ext>
            </a:extLst>
          </p:cNvPr>
          <p:cNvSpPr txBox="1"/>
          <p:nvPr/>
        </p:nvSpPr>
        <p:spPr>
          <a:xfrm>
            <a:off x="914400" y="4917757"/>
            <a:ext cx="77724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Length is Not increased properly because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doesn't work efficiently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94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E214-49C0-5CD9-095D-65DEF42D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" y="304800"/>
            <a:ext cx="8229600" cy="114300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3FEE-7DBB-B031-5AB9-473ED14A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5220CF-988E-47B2-957E-54686C34A05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B9DCB-F90C-F7EF-5D1E-7C62872E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E79EC-DA3D-EFFD-D651-EE284B47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84BA-2CF2-4A6E-8032-1C3B71BB84AE}" type="slidenum">
              <a:rPr lang="en-US" altLang="en-US" smtClean="0"/>
              <a:pPr/>
              <a:t>8</a:t>
            </a:fld>
            <a:endParaRPr lang="en-US" alt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6470C18-EEA8-28FC-E7A3-2228BEEE5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155025"/>
              </p:ext>
            </p:extLst>
          </p:nvPr>
        </p:nvGraphicFramePr>
        <p:xfrm>
          <a:off x="472440" y="1981200"/>
          <a:ext cx="7687507" cy="425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3F23AA-4ED1-70BB-E46F-79ACFE6A4CC1}"/>
              </a:ext>
            </a:extLst>
          </p:cNvPr>
          <p:cNvSpPr txBox="1"/>
          <p:nvPr/>
        </p:nvSpPr>
        <p:spPr>
          <a:xfrm>
            <a:off x="3435547" y="5562600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05: Proposed Methodology - 02</a:t>
            </a:r>
          </a:p>
        </p:txBody>
      </p:sp>
    </p:spTree>
    <p:extLst>
      <p:ext uri="{BB962C8B-B14F-4D97-AF65-F5344CB8AC3E}">
        <p14:creationId xmlns:p14="http://schemas.microsoft.com/office/powerpoint/2010/main" val="162296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FA62-5FF0-9360-4811-0DE1FA23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Matrices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9942F-21BF-D793-E8B3-01A67D6F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5220CF-988E-47B2-957E-54686C34A05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DE198-2A03-2792-F89D-6B8FB2BF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3ABC-BB2C-E7F1-A25B-1D137F0A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84BA-2CF2-4A6E-8032-1C3B71BB84AE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03819-AC48-8CA4-23A1-251EB5A15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33600"/>
            <a:ext cx="8534400" cy="3032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74DCBB-E6B7-F969-450C-6E42CD22F25C}"/>
              </a:ext>
            </a:extLst>
          </p:cNvPr>
          <p:cNvSpPr txBox="1"/>
          <p:nvPr/>
        </p:nvSpPr>
        <p:spPr>
          <a:xfrm>
            <a:off x="2438400" y="539179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06:Some Portion  Feature Matrices of BPF</a:t>
            </a:r>
          </a:p>
        </p:txBody>
      </p:sp>
    </p:spTree>
    <p:extLst>
      <p:ext uri="{BB962C8B-B14F-4D97-AF65-F5344CB8AC3E}">
        <p14:creationId xmlns:p14="http://schemas.microsoft.com/office/powerpoint/2010/main" val="352882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4CD6852-E034-9258-2445-FF49F4F0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96" y="537199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C7911BE-E0C1-4F49-B815-EF3D5475C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367796"/>
              </p:ext>
            </p:extLst>
          </p:nvPr>
        </p:nvGraphicFramePr>
        <p:xfrm>
          <a:off x="4465320" y="2085203"/>
          <a:ext cx="4343401" cy="3115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5814">
                  <a:extLst>
                    <a:ext uri="{9D8B030D-6E8A-4147-A177-3AD203B41FA5}">
                      <a16:colId xmlns:a16="http://schemas.microsoft.com/office/drawing/2014/main" val="2645358926"/>
                    </a:ext>
                  </a:extLst>
                </a:gridCol>
                <a:gridCol w="752694">
                  <a:extLst>
                    <a:ext uri="{9D8B030D-6E8A-4147-A177-3AD203B41FA5}">
                      <a16:colId xmlns:a16="http://schemas.microsoft.com/office/drawing/2014/main" val="3338717280"/>
                    </a:ext>
                  </a:extLst>
                </a:gridCol>
                <a:gridCol w="511091">
                  <a:extLst>
                    <a:ext uri="{9D8B030D-6E8A-4147-A177-3AD203B41FA5}">
                      <a16:colId xmlns:a16="http://schemas.microsoft.com/office/drawing/2014/main" val="2228997666"/>
                    </a:ext>
                  </a:extLst>
                </a:gridCol>
                <a:gridCol w="781650">
                  <a:extLst>
                    <a:ext uri="{9D8B030D-6E8A-4147-A177-3AD203B41FA5}">
                      <a16:colId xmlns:a16="http://schemas.microsoft.com/office/drawing/2014/main" val="2790123732"/>
                    </a:ext>
                  </a:extLst>
                </a:gridCol>
                <a:gridCol w="782152">
                  <a:extLst>
                    <a:ext uri="{9D8B030D-6E8A-4147-A177-3AD203B41FA5}">
                      <a16:colId xmlns:a16="http://schemas.microsoft.com/office/drawing/2014/main" val="255476027"/>
                    </a:ext>
                  </a:extLst>
                </a:gridCol>
              </a:tblGrid>
              <a:tr h="8141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Classifier</a:t>
                      </a:r>
                      <a:endParaRPr lang="en-US" sz="18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0991180"/>
                  </a:ext>
                </a:extLst>
              </a:tr>
              <a:tr h="3780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Tree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78.7%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0.74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0.73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176593"/>
                  </a:ext>
                </a:extLst>
              </a:tr>
              <a:tr h="4501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KNN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83%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0.67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0.76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8820438"/>
                  </a:ext>
                </a:extLst>
              </a:tr>
              <a:tr h="547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Ensemble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87.2%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0.68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0.75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9375839"/>
                  </a:ext>
                </a:extLst>
              </a:tr>
              <a:tr h="493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Neural Network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83%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0.65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0.72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220899"/>
                  </a:ext>
                </a:extLst>
              </a:tr>
              <a:tr h="4321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SVM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87.2%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0.66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400" b="1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0.73</a:t>
                      </a:r>
                      <a:endParaRPr lang="en-US" sz="1400" b="1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260102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F40AF-EE05-16EE-445A-CE730056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334D73DB-93DE-AB6E-C2EA-9648B721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90DEB-F0A3-4E5D-8542-3FF7B601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9CAE3A-0EF9-4230-9B9D-114499F71821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72F60-EF09-43B5-B81A-119148C56589}"/>
              </a:ext>
            </a:extLst>
          </p:cNvPr>
          <p:cNvSpPr txBox="1"/>
          <p:nvPr/>
        </p:nvSpPr>
        <p:spPr>
          <a:xfrm>
            <a:off x="4593336" y="5476458"/>
            <a:ext cx="434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</a:t>
            </a:r>
            <a:r>
              <a:rPr lang="en-US" sz="1600" b="1" dirty="0"/>
              <a:t>TABLE2</a:t>
            </a:r>
            <a:r>
              <a:rPr lang="en-US" sz="1600" dirty="0"/>
              <a:t>: DWT CLASSIFICATION RESULT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538CCD-D814-4C64-8F36-30740861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04111"/>
              </p:ext>
            </p:extLst>
          </p:nvPr>
        </p:nvGraphicFramePr>
        <p:xfrm>
          <a:off x="228600" y="2056082"/>
          <a:ext cx="4038600" cy="31159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383">
                  <a:extLst>
                    <a:ext uri="{9D8B030D-6E8A-4147-A177-3AD203B41FA5}">
                      <a16:colId xmlns:a16="http://schemas.microsoft.com/office/drawing/2014/main" val="2010580488"/>
                    </a:ext>
                  </a:extLst>
                </a:gridCol>
                <a:gridCol w="795554">
                  <a:extLst>
                    <a:ext uri="{9D8B030D-6E8A-4147-A177-3AD203B41FA5}">
                      <a16:colId xmlns:a16="http://schemas.microsoft.com/office/drawing/2014/main" val="1600161921"/>
                    </a:ext>
                  </a:extLst>
                </a:gridCol>
                <a:gridCol w="557036">
                  <a:extLst>
                    <a:ext uri="{9D8B030D-6E8A-4147-A177-3AD203B41FA5}">
                      <a16:colId xmlns:a16="http://schemas.microsoft.com/office/drawing/2014/main" val="70618006"/>
                    </a:ext>
                  </a:extLst>
                </a:gridCol>
                <a:gridCol w="641085">
                  <a:extLst>
                    <a:ext uri="{9D8B030D-6E8A-4147-A177-3AD203B41FA5}">
                      <a16:colId xmlns:a16="http://schemas.microsoft.com/office/drawing/2014/main" val="1409345054"/>
                    </a:ext>
                  </a:extLst>
                </a:gridCol>
                <a:gridCol w="748542">
                  <a:extLst>
                    <a:ext uri="{9D8B030D-6E8A-4147-A177-3AD203B41FA5}">
                      <a16:colId xmlns:a16="http://schemas.microsoft.com/office/drawing/2014/main" val="2753345386"/>
                    </a:ext>
                  </a:extLst>
                </a:gridCol>
              </a:tblGrid>
              <a:tr h="6971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Classifier</a:t>
                      </a:r>
                      <a:endParaRPr lang="en-US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Accuracy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Precision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Recall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F1-Score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0805968"/>
                  </a:ext>
                </a:extLst>
              </a:tr>
              <a:tr h="3899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Tree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72.3%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0.83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0.68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0.75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3409957"/>
                  </a:ext>
                </a:extLst>
              </a:tr>
              <a:tr h="4644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KNN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80.9%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0.74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0.85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0.79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3248605"/>
                  </a:ext>
                </a:extLst>
              </a:tr>
              <a:tr h="4458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Ensemble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83%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0.87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0.80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0.83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5811542"/>
                  </a:ext>
                </a:extLst>
              </a:tr>
              <a:tr h="6728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Neural Network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83%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0.77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0.85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0.81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616131"/>
                  </a:ext>
                </a:extLst>
              </a:tr>
              <a:tr h="4458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SVM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80.9%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0.78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0.82</a:t>
                      </a:r>
                      <a:endParaRPr lang="en-US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0.80.</a:t>
                      </a:r>
                      <a:endParaRPr lang="en-US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4819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F2BFCE-F8AC-4D62-88FC-303FCCE0F46B}"/>
              </a:ext>
            </a:extLst>
          </p:cNvPr>
          <p:cNvSpPr txBox="1"/>
          <p:nvPr/>
        </p:nvSpPr>
        <p:spPr>
          <a:xfrm>
            <a:off x="397764" y="5511518"/>
            <a:ext cx="4800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TABLE1:</a:t>
            </a:r>
            <a:r>
              <a:rPr lang="en-US" sz="1400" dirty="0"/>
              <a:t> BPF CLASSIFICATION RESULT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5050DE0-5011-F2F4-5EF4-42FECA3E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71600-43B2-B64B-32D8-87DBA245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2518AF6E-7265-AD96-5CA7-821BFC81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7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DA094-EFA7-486D-AF1E-4E243AB3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63B13B-6349-4986-A526-EB376B925B8D}" type="datetime1">
              <a:rPr lang="en-US" smtClean="0"/>
              <a:t>3/30/2026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7F961F-5DBB-4BF9-8993-9160B8EAD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315733"/>
              </p:ext>
            </p:extLst>
          </p:nvPr>
        </p:nvGraphicFramePr>
        <p:xfrm>
          <a:off x="1143000" y="1752600"/>
          <a:ext cx="6477000" cy="37747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295">
                  <a:extLst>
                    <a:ext uri="{9D8B030D-6E8A-4147-A177-3AD203B41FA5}">
                      <a16:colId xmlns:a16="http://schemas.microsoft.com/office/drawing/2014/main" val="3159705285"/>
                    </a:ext>
                  </a:extLst>
                </a:gridCol>
                <a:gridCol w="2050333">
                  <a:extLst>
                    <a:ext uri="{9D8B030D-6E8A-4147-A177-3AD203B41FA5}">
                      <a16:colId xmlns:a16="http://schemas.microsoft.com/office/drawing/2014/main" val="4268384407"/>
                    </a:ext>
                  </a:extLst>
                </a:gridCol>
                <a:gridCol w="2296372">
                  <a:extLst>
                    <a:ext uri="{9D8B030D-6E8A-4147-A177-3AD203B41FA5}">
                      <a16:colId xmlns:a16="http://schemas.microsoft.com/office/drawing/2014/main" val="1386967748"/>
                    </a:ext>
                  </a:extLst>
                </a:gridCol>
              </a:tblGrid>
              <a:tr h="858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Classifier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BPF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DWT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613981"/>
                  </a:ext>
                </a:extLst>
              </a:tr>
              <a:tr h="48032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Tree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72.3%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78.7%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2969332"/>
                  </a:ext>
                </a:extLst>
              </a:tr>
              <a:tr h="57205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KNN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80.9%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83%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5714381"/>
                  </a:ext>
                </a:extLst>
              </a:tr>
              <a:tr h="54912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Ensemble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83%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87.2%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408747"/>
                  </a:ext>
                </a:extLst>
              </a:tr>
              <a:tr h="5720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Neural Network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83%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83%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7361896"/>
                  </a:ext>
                </a:extLst>
              </a:tr>
              <a:tr h="54912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SVM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80.9%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87.2%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02187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4374BC-4058-4485-BD6D-B08E01C15CBB}"/>
              </a:ext>
            </a:extLst>
          </p:cNvPr>
          <p:cNvSpPr txBox="1"/>
          <p:nvPr/>
        </p:nvSpPr>
        <p:spPr>
          <a:xfrm>
            <a:off x="1295400" y="5615584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TABLE3</a:t>
            </a:r>
            <a:r>
              <a:rPr lang="en-US" sz="1600" dirty="0"/>
              <a:t> . </a:t>
            </a:r>
            <a:r>
              <a:rPr lang="en-US" sz="1400" dirty="0"/>
              <a:t>COMPARATIVE SUMMARY OF THE CLASSIFIERS’ TEST ACCURACIES FOR BPF &amp; DWT.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C8FA40-1793-70A5-7CFA-43FC94B8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BME, CUET</a:t>
            </a:r>
          </a:p>
        </p:txBody>
      </p:sp>
      <p:sp>
        <p:nvSpPr>
          <p:cNvPr id="10243" name="Slide Number Placeholder 2">
            <a:extLst>
              <a:ext uri="{FF2B5EF4-FFF2-40B4-BE49-F238E27FC236}">
                <a16:creationId xmlns:a16="http://schemas.microsoft.com/office/drawing/2014/main" id="{D456B4B2-62A9-6B41-4A9A-D4D01296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898989"/>
                </a:solidFill>
              </a:rPr>
              <a:t>8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707D0D9-0CD2-5A26-E61B-1325695F0211}"/>
              </a:ext>
            </a:extLst>
          </p:cNvPr>
          <p:cNvSpPr txBox="1">
            <a:spLocks/>
          </p:cNvSpPr>
          <p:nvPr/>
        </p:nvSpPr>
        <p:spPr>
          <a:xfrm>
            <a:off x="609600" y="21336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7200" b="1" dirty="0"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  <a:p>
            <a:pPr algn="ctr">
              <a:defRPr/>
            </a:pPr>
            <a:r>
              <a:rPr lang="en-US" sz="4400" b="1" dirty="0">
                <a:latin typeface="Times New Roman" pitchFamily="18" charset="0"/>
                <a:ea typeface="+mj-ea"/>
                <a:cs typeface="Times New Roman" pitchFamily="18" charset="0"/>
              </a:rPr>
              <a:t>Question?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9F395-8C3C-4742-A9A5-5C8CDAB2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951FDF-4294-4FBA-B73E-E0B84E8D8453}" type="datetime1">
              <a:rPr lang="en-US" smtClean="0"/>
              <a:t>3/30/2026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470</Words>
  <Application>Microsoft Office PowerPoint</Application>
  <PresentationFormat>On-screen Show (4:3)</PresentationFormat>
  <Paragraphs>192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Wingdings</vt:lpstr>
      <vt:lpstr>Office Theme</vt:lpstr>
      <vt:lpstr>A Comparative Analysis of Different Pre-processing Pipelines for EEG-based Preference Prediction in Neuromarketing</vt:lpstr>
      <vt:lpstr>Content</vt:lpstr>
      <vt:lpstr>Objectives </vt:lpstr>
      <vt:lpstr>Pre-Processing</vt:lpstr>
      <vt:lpstr>Pre-Processing</vt:lpstr>
      <vt:lpstr>Methodology</vt:lpstr>
      <vt:lpstr>Performance Analysis </vt:lpstr>
      <vt:lpstr>Methodology</vt:lpstr>
      <vt:lpstr>Feature Matrices</vt:lpstr>
      <vt:lpstr>Classification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Md. Fazlul Karim Khondakar</dc:creator>
  <cp:lastModifiedBy>kainatt neha</cp:lastModifiedBy>
  <cp:revision>98</cp:revision>
  <dcterms:created xsi:type="dcterms:W3CDTF">2012-09-30T04:54:21Z</dcterms:created>
  <dcterms:modified xsi:type="dcterms:W3CDTF">2026-03-30T09:39:11Z</dcterms:modified>
</cp:coreProperties>
</file>